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8" r:id="rId2"/>
    <p:sldId id="262" r:id="rId3"/>
    <p:sldId id="264" r:id="rId4"/>
    <p:sldId id="260" r:id="rId5"/>
    <p:sldId id="265" r:id="rId6"/>
    <p:sldId id="266" r:id="rId7"/>
    <p:sldId id="267" r:id="rId8"/>
    <p:sldId id="271" r:id="rId9"/>
    <p:sldId id="269" r:id="rId10"/>
    <p:sldId id="270" r:id="rId11"/>
    <p:sldId id="272" r:id="rId12"/>
    <p:sldId id="274" r:id="rId13"/>
    <p:sldId id="273" r:id="rId14"/>
    <p:sldId id="282" r:id="rId15"/>
    <p:sldId id="276" r:id="rId16"/>
    <p:sldId id="277" r:id="rId17"/>
    <p:sldId id="278" r:id="rId18"/>
    <p:sldId id="275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C089B0-0BA0-4216-A4E6-FB495EE19D8B}" v="58" dt="2025-12-24T17:29:17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a. Chintala" userId="a65485460b1c4e5f" providerId="LiveId" clId="{D58ACB7C-ADE8-4812-A10F-104050613F5C}"/>
    <pc:docChg chg="undo custSel addSld delSld modSld sldOrd">
      <pc:chgData name="Keerthana. Chintala" userId="a65485460b1c4e5f" providerId="LiveId" clId="{D58ACB7C-ADE8-4812-A10F-104050613F5C}" dt="2025-12-24T17:30:02.984" v="685" actId="20577"/>
      <pc:docMkLst>
        <pc:docMk/>
      </pc:docMkLst>
      <pc:sldChg chg="modSp">
        <pc:chgData name="Keerthana. Chintala" userId="a65485460b1c4e5f" providerId="LiveId" clId="{D58ACB7C-ADE8-4812-A10F-104050613F5C}" dt="2025-12-24T17:23:52.522" v="580"/>
        <pc:sldMkLst>
          <pc:docMk/>
          <pc:sldMk cId="2342054092" sldId="260"/>
        </pc:sldMkLst>
        <pc:spChg chg="mod">
          <ac:chgData name="Keerthana. Chintala" userId="a65485460b1c4e5f" providerId="LiveId" clId="{D58ACB7C-ADE8-4812-A10F-104050613F5C}" dt="2025-12-24T17:23:52.522" v="580"/>
          <ac:spMkLst>
            <pc:docMk/>
            <pc:sldMk cId="2342054092" sldId="260"/>
            <ac:spMk id="2" creationId="{98BFFD0E-9D25-27F3-4500-2046FDC7D542}"/>
          </ac:spMkLst>
        </pc:spChg>
      </pc:sldChg>
      <pc:sldChg chg="ord">
        <pc:chgData name="Keerthana. Chintala" userId="a65485460b1c4e5f" providerId="LiveId" clId="{D58ACB7C-ADE8-4812-A10F-104050613F5C}" dt="2025-12-24T17:21:18.952" v="577"/>
        <pc:sldMkLst>
          <pc:docMk/>
          <pc:sldMk cId="2862849853" sldId="264"/>
        </pc:sldMkLst>
      </pc:sldChg>
      <pc:sldChg chg="new del">
        <pc:chgData name="Keerthana. Chintala" userId="a65485460b1c4e5f" providerId="LiveId" clId="{D58ACB7C-ADE8-4812-A10F-104050613F5C}" dt="2025-12-24T15:48:05.173" v="2" actId="47"/>
        <pc:sldMkLst>
          <pc:docMk/>
          <pc:sldMk cId="3284074264" sldId="268"/>
        </pc:sldMkLst>
      </pc:sldChg>
      <pc:sldChg chg="modSp new mod">
        <pc:chgData name="Keerthana. Chintala" userId="a65485460b1c4e5f" providerId="LiveId" clId="{D58ACB7C-ADE8-4812-A10F-104050613F5C}" dt="2025-12-24T16:04:06.358" v="107"/>
        <pc:sldMkLst>
          <pc:docMk/>
          <pc:sldMk cId="2894880477" sldId="269"/>
        </pc:sldMkLst>
        <pc:spChg chg="mod">
          <ac:chgData name="Keerthana. Chintala" userId="a65485460b1c4e5f" providerId="LiveId" clId="{D58ACB7C-ADE8-4812-A10F-104050613F5C}" dt="2025-12-24T15:51:48.795" v="40" actId="1076"/>
          <ac:spMkLst>
            <pc:docMk/>
            <pc:sldMk cId="2894880477" sldId="269"/>
            <ac:spMk id="2" creationId="{032EA6E2-F89C-E8B9-5E54-3754DCB716BF}"/>
          </ac:spMkLst>
        </pc:spChg>
        <pc:spChg chg="mod">
          <ac:chgData name="Keerthana. Chintala" userId="a65485460b1c4e5f" providerId="LiveId" clId="{D58ACB7C-ADE8-4812-A10F-104050613F5C}" dt="2025-12-24T16:04:06.358" v="107"/>
          <ac:spMkLst>
            <pc:docMk/>
            <pc:sldMk cId="2894880477" sldId="269"/>
            <ac:spMk id="3" creationId="{C857AFE5-ED49-2334-DCE8-BD1553B482F3}"/>
          </ac:spMkLst>
        </pc:spChg>
      </pc:sldChg>
      <pc:sldChg chg="modSp new mod">
        <pc:chgData name="Keerthana. Chintala" userId="a65485460b1c4e5f" providerId="LiveId" clId="{D58ACB7C-ADE8-4812-A10F-104050613F5C}" dt="2025-12-24T16:04:47.369" v="111" actId="1076"/>
        <pc:sldMkLst>
          <pc:docMk/>
          <pc:sldMk cId="820813032" sldId="270"/>
        </pc:sldMkLst>
        <pc:spChg chg="mod">
          <ac:chgData name="Keerthana. Chintala" userId="a65485460b1c4e5f" providerId="LiveId" clId="{D58ACB7C-ADE8-4812-A10F-104050613F5C}" dt="2025-12-24T16:00:33.620" v="75" actId="1076"/>
          <ac:spMkLst>
            <pc:docMk/>
            <pc:sldMk cId="820813032" sldId="270"/>
            <ac:spMk id="2" creationId="{3F0808F3-F5C2-7270-7949-7F3DA5E107F4}"/>
          </ac:spMkLst>
        </pc:spChg>
        <pc:spChg chg="mod">
          <ac:chgData name="Keerthana. Chintala" userId="a65485460b1c4e5f" providerId="LiveId" clId="{D58ACB7C-ADE8-4812-A10F-104050613F5C}" dt="2025-12-24T16:04:47.369" v="111" actId="1076"/>
          <ac:spMkLst>
            <pc:docMk/>
            <pc:sldMk cId="820813032" sldId="270"/>
            <ac:spMk id="3" creationId="{B7933D08-747E-EF97-5446-3067076FB3F0}"/>
          </ac:spMkLst>
        </pc:spChg>
      </pc:sldChg>
      <pc:sldChg chg="modSp new mod ord">
        <pc:chgData name="Keerthana. Chintala" userId="a65485460b1c4e5f" providerId="LiveId" clId="{D58ACB7C-ADE8-4812-A10F-104050613F5C}" dt="2025-12-24T15:50:27.077" v="25" actId="1076"/>
        <pc:sldMkLst>
          <pc:docMk/>
          <pc:sldMk cId="3547335476" sldId="271"/>
        </pc:sldMkLst>
        <pc:spChg chg="mod">
          <ac:chgData name="Keerthana. Chintala" userId="a65485460b1c4e5f" providerId="LiveId" clId="{D58ACB7C-ADE8-4812-A10F-104050613F5C}" dt="2025-12-24T15:50:27.077" v="25" actId="1076"/>
          <ac:spMkLst>
            <pc:docMk/>
            <pc:sldMk cId="3547335476" sldId="271"/>
            <ac:spMk id="2" creationId="{58D28D46-B9A5-6BBF-3BF4-48DB40CE8315}"/>
          </ac:spMkLst>
        </pc:spChg>
        <pc:spChg chg="mod">
          <ac:chgData name="Keerthana. Chintala" userId="a65485460b1c4e5f" providerId="LiveId" clId="{D58ACB7C-ADE8-4812-A10F-104050613F5C}" dt="2025-12-24T15:50:17.708" v="24" actId="14100"/>
          <ac:spMkLst>
            <pc:docMk/>
            <pc:sldMk cId="3547335476" sldId="271"/>
            <ac:spMk id="3" creationId="{B6D5EC3D-21CE-DC5F-C10F-98CEB5A5DBB0}"/>
          </ac:spMkLst>
        </pc:spChg>
      </pc:sldChg>
      <pc:sldChg chg="modSp new mod">
        <pc:chgData name="Keerthana. Chintala" userId="a65485460b1c4e5f" providerId="LiveId" clId="{D58ACB7C-ADE8-4812-A10F-104050613F5C}" dt="2025-12-24T16:08:02.875" v="146" actId="27636"/>
        <pc:sldMkLst>
          <pc:docMk/>
          <pc:sldMk cId="2290620606" sldId="272"/>
        </pc:sldMkLst>
        <pc:spChg chg="mod">
          <ac:chgData name="Keerthana. Chintala" userId="a65485460b1c4e5f" providerId="LiveId" clId="{D58ACB7C-ADE8-4812-A10F-104050613F5C}" dt="2025-12-24T16:06:47.450" v="121" actId="1076"/>
          <ac:spMkLst>
            <pc:docMk/>
            <pc:sldMk cId="2290620606" sldId="272"/>
            <ac:spMk id="2" creationId="{74182983-99C3-2844-A692-FF9AD75D05A5}"/>
          </ac:spMkLst>
        </pc:spChg>
        <pc:spChg chg="mod">
          <ac:chgData name="Keerthana. Chintala" userId="a65485460b1c4e5f" providerId="LiveId" clId="{D58ACB7C-ADE8-4812-A10F-104050613F5C}" dt="2025-12-24T16:08:02.875" v="146" actId="27636"/>
          <ac:spMkLst>
            <pc:docMk/>
            <pc:sldMk cId="2290620606" sldId="272"/>
            <ac:spMk id="3" creationId="{3B1DA62A-FEAE-FD85-F9B8-AD7007A99F02}"/>
          </ac:spMkLst>
        </pc:spChg>
      </pc:sldChg>
      <pc:sldChg chg="modSp new mod">
        <pc:chgData name="Keerthana. Chintala" userId="a65485460b1c4e5f" providerId="LiveId" clId="{D58ACB7C-ADE8-4812-A10F-104050613F5C}" dt="2025-12-24T16:18:16.978" v="217" actId="27636"/>
        <pc:sldMkLst>
          <pc:docMk/>
          <pc:sldMk cId="2087845775" sldId="273"/>
        </pc:sldMkLst>
        <pc:spChg chg="mod">
          <ac:chgData name="Keerthana. Chintala" userId="a65485460b1c4e5f" providerId="LiveId" clId="{D58ACB7C-ADE8-4812-A10F-104050613F5C}" dt="2025-12-24T16:18:16.978" v="217" actId="27636"/>
          <ac:spMkLst>
            <pc:docMk/>
            <pc:sldMk cId="2087845775" sldId="273"/>
            <ac:spMk id="2" creationId="{7FA73961-E402-591B-F1B5-05FA8FDDBFB7}"/>
          </ac:spMkLst>
        </pc:spChg>
        <pc:spChg chg="mod">
          <ac:chgData name="Keerthana. Chintala" userId="a65485460b1c4e5f" providerId="LiveId" clId="{D58ACB7C-ADE8-4812-A10F-104050613F5C}" dt="2025-12-24T16:18:13.733" v="215" actId="1076"/>
          <ac:spMkLst>
            <pc:docMk/>
            <pc:sldMk cId="2087845775" sldId="273"/>
            <ac:spMk id="3" creationId="{DF2DF674-D41E-0E6D-59E1-FE6DD6F0C4AE}"/>
          </ac:spMkLst>
        </pc:spChg>
      </pc:sldChg>
      <pc:sldChg chg="modSp new mod">
        <pc:chgData name="Keerthana. Chintala" userId="a65485460b1c4e5f" providerId="LiveId" clId="{D58ACB7C-ADE8-4812-A10F-104050613F5C}" dt="2025-12-24T16:18:05.581" v="214" actId="1076"/>
        <pc:sldMkLst>
          <pc:docMk/>
          <pc:sldMk cId="1408005141" sldId="274"/>
        </pc:sldMkLst>
        <pc:spChg chg="mod">
          <ac:chgData name="Keerthana. Chintala" userId="a65485460b1c4e5f" providerId="LiveId" clId="{D58ACB7C-ADE8-4812-A10F-104050613F5C}" dt="2025-12-24T16:17:45.682" v="212" actId="1076"/>
          <ac:spMkLst>
            <pc:docMk/>
            <pc:sldMk cId="1408005141" sldId="274"/>
            <ac:spMk id="2" creationId="{C3CD0FDA-E680-920C-61DA-338C5858738C}"/>
          </ac:spMkLst>
        </pc:spChg>
        <pc:spChg chg="mod">
          <ac:chgData name="Keerthana. Chintala" userId="a65485460b1c4e5f" providerId="LiveId" clId="{D58ACB7C-ADE8-4812-A10F-104050613F5C}" dt="2025-12-24T16:18:05.581" v="214" actId="1076"/>
          <ac:spMkLst>
            <pc:docMk/>
            <pc:sldMk cId="1408005141" sldId="274"/>
            <ac:spMk id="3" creationId="{77639255-D66E-F759-F987-656779BFD5A3}"/>
          </ac:spMkLst>
        </pc:spChg>
      </pc:sldChg>
      <pc:sldChg chg="modSp new mod ord">
        <pc:chgData name="Keerthana. Chintala" userId="a65485460b1c4e5f" providerId="LiveId" clId="{D58ACB7C-ADE8-4812-A10F-104050613F5C}" dt="2025-12-24T16:23:05.428" v="238" actId="1076"/>
        <pc:sldMkLst>
          <pc:docMk/>
          <pc:sldMk cId="365092266" sldId="275"/>
        </pc:sldMkLst>
        <pc:spChg chg="mod">
          <ac:chgData name="Keerthana. Chintala" userId="a65485460b1c4e5f" providerId="LiveId" clId="{D58ACB7C-ADE8-4812-A10F-104050613F5C}" dt="2025-12-24T16:23:05.428" v="238" actId="1076"/>
          <ac:spMkLst>
            <pc:docMk/>
            <pc:sldMk cId="365092266" sldId="275"/>
            <ac:spMk id="2" creationId="{EADEB006-8542-DA50-244B-84E5B59BC2E6}"/>
          </ac:spMkLst>
        </pc:spChg>
        <pc:spChg chg="mod">
          <ac:chgData name="Keerthana. Chintala" userId="a65485460b1c4e5f" providerId="LiveId" clId="{D58ACB7C-ADE8-4812-A10F-104050613F5C}" dt="2025-12-24T16:22:56.930" v="237" actId="27636"/>
          <ac:spMkLst>
            <pc:docMk/>
            <pc:sldMk cId="365092266" sldId="275"/>
            <ac:spMk id="3" creationId="{3C407D3F-4808-721A-40CE-028CA46EB378}"/>
          </ac:spMkLst>
        </pc:spChg>
      </pc:sldChg>
      <pc:sldChg chg="modSp new mod">
        <pc:chgData name="Keerthana. Chintala" userId="a65485460b1c4e5f" providerId="LiveId" clId="{D58ACB7C-ADE8-4812-A10F-104050613F5C}" dt="2025-12-24T16:28:53.416" v="252" actId="1076"/>
        <pc:sldMkLst>
          <pc:docMk/>
          <pc:sldMk cId="857545329" sldId="276"/>
        </pc:sldMkLst>
        <pc:spChg chg="mod">
          <ac:chgData name="Keerthana. Chintala" userId="a65485460b1c4e5f" providerId="LiveId" clId="{D58ACB7C-ADE8-4812-A10F-104050613F5C}" dt="2025-12-24T16:25:18.708" v="246" actId="1076"/>
          <ac:spMkLst>
            <pc:docMk/>
            <pc:sldMk cId="857545329" sldId="276"/>
            <ac:spMk id="2" creationId="{DAB1337A-AA0A-8831-29CF-636446E51D3D}"/>
          </ac:spMkLst>
        </pc:spChg>
        <pc:spChg chg="mod">
          <ac:chgData name="Keerthana. Chintala" userId="a65485460b1c4e5f" providerId="LiveId" clId="{D58ACB7C-ADE8-4812-A10F-104050613F5C}" dt="2025-12-24T16:28:53.416" v="252" actId="1076"/>
          <ac:spMkLst>
            <pc:docMk/>
            <pc:sldMk cId="857545329" sldId="276"/>
            <ac:spMk id="3" creationId="{12BEFD21-60B9-EFA0-A1C3-F43749181E29}"/>
          </ac:spMkLst>
        </pc:spChg>
      </pc:sldChg>
      <pc:sldChg chg="modSp new mod">
        <pc:chgData name="Keerthana. Chintala" userId="a65485460b1c4e5f" providerId="LiveId" clId="{D58ACB7C-ADE8-4812-A10F-104050613F5C}" dt="2025-12-24T16:31:38.021" v="274" actId="14100"/>
        <pc:sldMkLst>
          <pc:docMk/>
          <pc:sldMk cId="1847348974" sldId="277"/>
        </pc:sldMkLst>
        <pc:spChg chg="mod">
          <ac:chgData name="Keerthana. Chintala" userId="a65485460b1c4e5f" providerId="LiveId" clId="{D58ACB7C-ADE8-4812-A10F-104050613F5C}" dt="2025-12-24T16:31:33.413" v="273" actId="1076"/>
          <ac:spMkLst>
            <pc:docMk/>
            <pc:sldMk cId="1847348974" sldId="277"/>
            <ac:spMk id="2" creationId="{9CF053F0-66A7-4050-834C-820B5B91F05C}"/>
          </ac:spMkLst>
        </pc:spChg>
        <pc:spChg chg="mod">
          <ac:chgData name="Keerthana. Chintala" userId="a65485460b1c4e5f" providerId="LiveId" clId="{D58ACB7C-ADE8-4812-A10F-104050613F5C}" dt="2025-12-24T16:31:38.021" v="274" actId="14100"/>
          <ac:spMkLst>
            <pc:docMk/>
            <pc:sldMk cId="1847348974" sldId="277"/>
            <ac:spMk id="3" creationId="{2357890E-DE6C-022E-20AA-DC3936117302}"/>
          </ac:spMkLst>
        </pc:spChg>
      </pc:sldChg>
      <pc:sldChg chg="modSp new del mod">
        <pc:chgData name="Keerthana. Chintala" userId="a65485460b1c4e5f" providerId="LiveId" clId="{D58ACB7C-ADE8-4812-A10F-104050613F5C}" dt="2025-12-24T16:41:06.543" v="287" actId="47"/>
        <pc:sldMkLst>
          <pc:docMk/>
          <pc:sldMk cId="413259229" sldId="278"/>
        </pc:sldMkLst>
        <pc:spChg chg="mod">
          <ac:chgData name="Keerthana. Chintala" userId="a65485460b1c4e5f" providerId="LiveId" clId="{D58ACB7C-ADE8-4812-A10F-104050613F5C}" dt="2025-12-24T16:39:50.422" v="286" actId="27636"/>
          <ac:spMkLst>
            <pc:docMk/>
            <pc:sldMk cId="413259229" sldId="278"/>
            <ac:spMk id="3" creationId="{EFF8F3E2-3E70-D1DA-AA9C-EAECCA362A6D}"/>
          </ac:spMkLst>
        </pc:spChg>
      </pc:sldChg>
      <pc:sldChg chg="addSp delSp modSp new mod">
        <pc:chgData name="Keerthana. Chintala" userId="a65485460b1c4e5f" providerId="LiveId" clId="{D58ACB7C-ADE8-4812-A10F-104050613F5C}" dt="2025-12-24T16:44:09.448" v="303" actId="255"/>
        <pc:sldMkLst>
          <pc:docMk/>
          <pc:sldMk cId="2244272304" sldId="278"/>
        </pc:sldMkLst>
        <pc:spChg chg="mod">
          <ac:chgData name="Keerthana. Chintala" userId="a65485460b1c4e5f" providerId="LiveId" clId="{D58ACB7C-ADE8-4812-A10F-104050613F5C}" dt="2025-12-24T16:44:09.448" v="303" actId="255"/>
          <ac:spMkLst>
            <pc:docMk/>
            <pc:sldMk cId="2244272304" sldId="278"/>
            <ac:spMk id="2" creationId="{B2D05ACC-A6CE-5632-59B4-90584E91BD6E}"/>
          </ac:spMkLst>
        </pc:spChg>
        <pc:spChg chg="mod">
          <ac:chgData name="Keerthana. Chintala" userId="a65485460b1c4e5f" providerId="LiveId" clId="{D58ACB7C-ADE8-4812-A10F-104050613F5C}" dt="2025-12-24T16:41:43.082" v="295" actId="14100"/>
          <ac:spMkLst>
            <pc:docMk/>
            <pc:sldMk cId="2244272304" sldId="278"/>
            <ac:spMk id="3" creationId="{8E0DFE09-2639-213D-76B4-8869EB01F75E}"/>
          </ac:spMkLst>
        </pc:spChg>
        <pc:spChg chg="add del">
          <ac:chgData name="Keerthana. Chintala" userId="a65485460b1c4e5f" providerId="LiveId" clId="{D58ACB7C-ADE8-4812-A10F-104050613F5C}" dt="2025-12-24T16:43:39.908" v="297" actId="478"/>
          <ac:spMkLst>
            <pc:docMk/>
            <pc:sldMk cId="2244272304" sldId="278"/>
            <ac:spMk id="5" creationId="{66D7EB71-B602-F75A-AB13-1533EADE369B}"/>
          </ac:spMkLst>
        </pc:spChg>
      </pc:sldChg>
      <pc:sldChg chg="modSp new del mod">
        <pc:chgData name="Keerthana. Chintala" userId="a65485460b1c4e5f" providerId="LiveId" clId="{D58ACB7C-ADE8-4812-A10F-104050613F5C}" dt="2025-12-24T16:39:45.441" v="283" actId="47"/>
        <pc:sldMkLst>
          <pc:docMk/>
          <pc:sldMk cId="3682217839" sldId="278"/>
        </pc:sldMkLst>
        <pc:spChg chg="mod">
          <ac:chgData name="Keerthana. Chintala" userId="a65485460b1c4e5f" providerId="LiveId" clId="{D58ACB7C-ADE8-4812-A10F-104050613F5C}" dt="2025-12-24T16:32:43.735" v="282" actId="20577"/>
          <ac:spMkLst>
            <pc:docMk/>
            <pc:sldMk cId="3682217839" sldId="278"/>
            <ac:spMk id="3" creationId="{031DCAE2-E5B1-F481-85CE-249ED52E94CB}"/>
          </ac:spMkLst>
        </pc:spChg>
      </pc:sldChg>
      <pc:sldChg chg="addSp delSp modSp new del mod">
        <pc:chgData name="Keerthana. Chintala" userId="a65485460b1c4e5f" providerId="LiveId" clId="{D58ACB7C-ADE8-4812-A10F-104050613F5C}" dt="2025-12-24T17:19:35.573" v="561" actId="47"/>
        <pc:sldMkLst>
          <pc:docMk/>
          <pc:sldMk cId="3068765037" sldId="279"/>
        </pc:sldMkLst>
        <pc:spChg chg="mod">
          <ac:chgData name="Keerthana. Chintala" userId="a65485460b1c4e5f" providerId="LiveId" clId="{D58ACB7C-ADE8-4812-A10F-104050613F5C}" dt="2025-12-24T17:12:12.526" v="448" actId="14100"/>
          <ac:spMkLst>
            <pc:docMk/>
            <pc:sldMk cId="3068765037" sldId="279"/>
            <ac:spMk id="2" creationId="{FEFBDDD1-102C-7D0D-CD31-6DC67B3C1849}"/>
          </ac:spMkLst>
        </pc:spChg>
        <pc:spChg chg="mod">
          <ac:chgData name="Keerthana. Chintala" userId="a65485460b1c4e5f" providerId="LiveId" clId="{D58ACB7C-ADE8-4812-A10F-104050613F5C}" dt="2025-12-24T17:12:22.121" v="450" actId="14100"/>
          <ac:spMkLst>
            <pc:docMk/>
            <pc:sldMk cId="3068765037" sldId="279"/>
            <ac:spMk id="3" creationId="{E2FCCC24-1629-6DE4-45A5-C4F417952C10}"/>
          </ac:spMkLst>
        </pc:spChg>
        <pc:spChg chg="add del">
          <ac:chgData name="Keerthana. Chintala" userId="a65485460b1c4e5f" providerId="LiveId" clId="{D58ACB7C-ADE8-4812-A10F-104050613F5C}" dt="2025-12-24T17:06:31.758" v="357" actId="478"/>
          <ac:spMkLst>
            <pc:docMk/>
            <pc:sldMk cId="3068765037" sldId="279"/>
            <ac:spMk id="4" creationId="{3BD8689A-F25B-B39D-E81B-D9013043DE35}"/>
          </ac:spMkLst>
        </pc:spChg>
      </pc:sldChg>
      <pc:sldChg chg="modSp new mod">
        <pc:chgData name="Keerthana. Chintala" userId="a65485460b1c4e5f" providerId="LiveId" clId="{D58ACB7C-ADE8-4812-A10F-104050613F5C}" dt="2025-12-24T17:19:31.392" v="560" actId="1076"/>
        <pc:sldMkLst>
          <pc:docMk/>
          <pc:sldMk cId="268397979" sldId="280"/>
        </pc:sldMkLst>
        <pc:spChg chg="mod">
          <ac:chgData name="Keerthana. Chintala" userId="a65485460b1c4e5f" providerId="LiveId" clId="{D58ACB7C-ADE8-4812-A10F-104050613F5C}" dt="2025-12-24T17:19:31.392" v="560" actId="1076"/>
          <ac:spMkLst>
            <pc:docMk/>
            <pc:sldMk cId="268397979" sldId="280"/>
            <ac:spMk id="2" creationId="{84230757-075A-58B9-485A-0662600F31CC}"/>
          </ac:spMkLst>
        </pc:spChg>
        <pc:spChg chg="mod">
          <ac:chgData name="Keerthana. Chintala" userId="a65485460b1c4e5f" providerId="LiveId" clId="{D58ACB7C-ADE8-4812-A10F-104050613F5C}" dt="2025-12-24T17:19:17.491" v="558" actId="255"/>
          <ac:spMkLst>
            <pc:docMk/>
            <pc:sldMk cId="268397979" sldId="280"/>
            <ac:spMk id="3" creationId="{7827AC3C-44AC-B015-7EA5-C9350BF245FA}"/>
          </ac:spMkLst>
        </pc:spChg>
      </pc:sldChg>
      <pc:sldChg chg="modSp new mod">
        <pc:chgData name="Keerthana. Chintala" userId="a65485460b1c4e5f" providerId="LiveId" clId="{D58ACB7C-ADE8-4812-A10F-104050613F5C}" dt="2025-12-24T17:20:18.281" v="575" actId="14100"/>
        <pc:sldMkLst>
          <pc:docMk/>
          <pc:sldMk cId="2903799296" sldId="281"/>
        </pc:sldMkLst>
        <pc:spChg chg="mod">
          <ac:chgData name="Keerthana. Chintala" userId="a65485460b1c4e5f" providerId="LiveId" clId="{D58ACB7C-ADE8-4812-A10F-104050613F5C}" dt="2025-12-24T17:20:18.281" v="575" actId="14100"/>
          <ac:spMkLst>
            <pc:docMk/>
            <pc:sldMk cId="2903799296" sldId="281"/>
            <ac:spMk id="2" creationId="{3DAE6184-00EF-A838-0CFC-48CAB8308103}"/>
          </ac:spMkLst>
        </pc:spChg>
      </pc:sldChg>
      <pc:sldChg chg="modSp new mod">
        <pc:chgData name="Keerthana. Chintala" userId="a65485460b1c4e5f" providerId="LiveId" clId="{D58ACB7C-ADE8-4812-A10F-104050613F5C}" dt="2025-12-24T17:25:03.031" v="621" actId="20577"/>
        <pc:sldMkLst>
          <pc:docMk/>
          <pc:sldMk cId="1577687000" sldId="282"/>
        </pc:sldMkLst>
        <pc:spChg chg="mod">
          <ac:chgData name="Keerthana. Chintala" userId="a65485460b1c4e5f" providerId="LiveId" clId="{D58ACB7C-ADE8-4812-A10F-104050613F5C}" dt="2025-12-24T17:24:17.100" v="615" actId="14100"/>
          <ac:spMkLst>
            <pc:docMk/>
            <pc:sldMk cId="1577687000" sldId="282"/>
            <ac:spMk id="2" creationId="{F9E6BBE1-7727-370C-6D7E-85F9F43DDF65}"/>
          </ac:spMkLst>
        </pc:spChg>
        <pc:spChg chg="mod">
          <ac:chgData name="Keerthana. Chintala" userId="a65485460b1c4e5f" providerId="LiveId" clId="{D58ACB7C-ADE8-4812-A10F-104050613F5C}" dt="2025-12-24T17:25:03.031" v="621" actId="20577"/>
          <ac:spMkLst>
            <pc:docMk/>
            <pc:sldMk cId="1577687000" sldId="282"/>
            <ac:spMk id="3" creationId="{E087DBF2-875D-E7EC-6AFE-077057C6073C}"/>
          </ac:spMkLst>
        </pc:spChg>
      </pc:sldChg>
      <pc:sldChg chg="new del">
        <pc:chgData name="Keerthana. Chintala" userId="a65485460b1c4e5f" providerId="LiveId" clId="{D58ACB7C-ADE8-4812-A10F-104050613F5C}" dt="2025-12-24T17:27:03.565" v="624" actId="47"/>
        <pc:sldMkLst>
          <pc:docMk/>
          <pc:sldMk cId="2226121280" sldId="283"/>
        </pc:sldMkLst>
      </pc:sldChg>
      <pc:sldChg chg="addSp delSp modSp new del mod">
        <pc:chgData name="Keerthana. Chintala" userId="a65485460b1c4e5f" providerId="LiveId" clId="{D58ACB7C-ADE8-4812-A10F-104050613F5C}" dt="2025-12-24T17:29:13.704" v="660" actId="47"/>
        <pc:sldMkLst>
          <pc:docMk/>
          <pc:sldMk cId="1487338633" sldId="284"/>
        </pc:sldMkLst>
        <pc:spChg chg="mod">
          <ac:chgData name="Keerthana. Chintala" userId="a65485460b1c4e5f" providerId="LiveId" clId="{D58ACB7C-ADE8-4812-A10F-104050613F5C}" dt="2025-12-24T17:29:11.368" v="659" actId="21"/>
          <ac:spMkLst>
            <pc:docMk/>
            <pc:sldMk cId="1487338633" sldId="284"/>
            <ac:spMk id="2" creationId="{1DD2E1F3-15AC-BA9E-9304-21EE1662308D}"/>
          </ac:spMkLst>
        </pc:spChg>
        <pc:spChg chg="del">
          <ac:chgData name="Keerthana. Chintala" userId="a65485460b1c4e5f" providerId="LiveId" clId="{D58ACB7C-ADE8-4812-A10F-104050613F5C}" dt="2025-12-24T17:27:05.378" v="625"/>
          <ac:spMkLst>
            <pc:docMk/>
            <pc:sldMk cId="1487338633" sldId="284"/>
            <ac:spMk id="3" creationId="{BCD5DC74-B332-C7E0-3F19-22C716F645D7}"/>
          </ac:spMkLst>
        </pc:spChg>
        <pc:spChg chg="add mod">
          <ac:chgData name="Keerthana. Chintala" userId="a65485460b1c4e5f" providerId="LiveId" clId="{D58ACB7C-ADE8-4812-A10F-104050613F5C}" dt="2025-12-24T17:27:11.194" v="626" actId="20577"/>
          <ac:spMkLst>
            <pc:docMk/>
            <pc:sldMk cId="1487338633" sldId="284"/>
            <ac:spMk id="4" creationId="{26D77D96-C30E-48CF-79A6-525B99BDF284}"/>
          </ac:spMkLst>
        </pc:spChg>
      </pc:sldChg>
      <pc:sldChg chg="modSp new mod">
        <pc:chgData name="Keerthana. Chintala" userId="a65485460b1c4e5f" providerId="LiveId" clId="{D58ACB7C-ADE8-4812-A10F-104050613F5C}" dt="2025-12-24T17:30:02.984" v="685" actId="20577"/>
        <pc:sldMkLst>
          <pc:docMk/>
          <pc:sldMk cId="199019133" sldId="285"/>
        </pc:sldMkLst>
        <pc:spChg chg="mod">
          <ac:chgData name="Keerthana. Chintala" userId="a65485460b1c4e5f" providerId="LiveId" clId="{D58ACB7C-ADE8-4812-A10F-104050613F5C}" dt="2025-12-24T17:30:02.984" v="685" actId="20577"/>
          <ac:spMkLst>
            <pc:docMk/>
            <pc:sldMk cId="199019133" sldId="285"/>
            <ac:spMk id="2" creationId="{F503D4DA-4FC8-F4F7-5C83-1F52278F659E}"/>
          </ac:spMkLst>
        </pc:spChg>
        <pc:spChg chg="mod">
          <ac:chgData name="Keerthana. Chintala" userId="a65485460b1c4e5f" providerId="LiveId" clId="{D58ACB7C-ADE8-4812-A10F-104050613F5C}" dt="2025-12-24T17:29:37.004" v="664" actId="255"/>
          <ac:spMkLst>
            <pc:docMk/>
            <pc:sldMk cId="199019133" sldId="285"/>
            <ac:spMk id="3" creationId="{0155E7CC-8593-FFB3-D064-DD0B1E49A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00F88-A9B9-4857-BFCA-DC9D2E0D247D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E002D-BC99-4D77-B9E6-98E0A9608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97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E002D-BC99-4D77-B9E6-98E0A9608EE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45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7CB5-4B14-16AD-5FB3-FC35952F9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650415"/>
            <a:ext cx="9001462" cy="3046514"/>
          </a:xfrm>
        </p:spPr>
        <p:txBody>
          <a:bodyPr/>
          <a:lstStyle/>
          <a:p>
            <a:r>
              <a:rPr lang="en-IN" dirty="0">
                <a:latin typeface="Bell MT" panose="02020503060305020303" pitchFamily="18" charset="0"/>
              </a:rPr>
              <a:t>INVENTRA </a:t>
            </a:r>
            <a:br>
              <a:rPr lang="en-IN" dirty="0">
                <a:latin typeface="Bell MT" panose="02020503060305020303" pitchFamily="18" charset="0"/>
              </a:rPr>
            </a:br>
            <a:r>
              <a:rPr lang="en-IN" dirty="0">
                <a:latin typeface="Bell MT" panose="02020503060305020303" pitchFamily="18" charset="0"/>
              </a:rPr>
              <a:t>INTELLIGENT INVENTORY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813C9-8C67-9324-94B4-F3A4BF053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4152645"/>
            <a:ext cx="9001462" cy="1655762"/>
          </a:xfrm>
        </p:spPr>
        <p:txBody>
          <a:bodyPr>
            <a:noAutofit/>
          </a:bodyPr>
          <a:lstStyle/>
          <a:p>
            <a:r>
              <a:rPr lang="en-IN" dirty="0"/>
              <a:t>Module 1 &amp; Module 2</a:t>
            </a:r>
          </a:p>
          <a:p>
            <a:r>
              <a:rPr lang="en-IN" dirty="0">
                <a:effectLst/>
              </a:rPr>
              <a:t>Authentication &amp; Product Management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4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FE8E-4DFC-0A48-71DD-F7CA35E5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2" cy="1170038"/>
          </a:xfrm>
        </p:spPr>
        <p:txBody>
          <a:bodyPr>
            <a:normAutofit/>
          </a:bodyPr>
          <a:lstStyle/>
          <a:p>
            <a:r>
              <a:rPr lang="en-IN" sz="3600" dirty="0">
                <a:effectLst/>
              </a:rPr>
              <a:t>MODULE 1: AUTHENTICATION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0AE28-DA7A-5430-7F25-2E15F244C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1288026"/>
            <a:ext cx="10353761" cy="4508980"/>
          </a:xfrm>
        </p:spPr>
        <p:txBody>
          <a:bodyPr>
            <a:normAutofit/>
          </a:bodyPr>
          <a:lstStyle/>
          <a:p>
            <a:pPr algn="l"/>
            <a:r>
              <a:rPr lang="en-US" sz="3200" b="1" u="sng" dirty="0"/>
              <a:t>Module 1 – Purpose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dirty="0"/>
              <a:t>Register new users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dirty="0"/>
              <a:t>Authenticate users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dirty="0"/>
              <a:t>Secure access using JWT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dirty="0"/>
              <a:t>Password recovery support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215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4E6D-B075-0256-04FB-6193AE14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91613"/>
            <a:ext cx="10353761" cy="1326321"/>
          </a:xfrm>
        </p:spPr>
        <p:txBody>
          <a:bodyPr>
            <a:normAutofit/>
          </a:bodyPr>
          <a:lstStyle/>
          <a:p>
            <a:r>
              <a:rPr lang="en-US" sz="4800" dirty="0"/>
              <a:t>System Overview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DB165-6AC0-F520-A630-AA73FC70D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00981"/>
            <a:ext cx="10353762" cy="4090219"/>
          </a:xfrm>
        </p:spPr>
        <p:txBody>
          <a:bodyPr/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effectLst/>
              </a:rPr>
              <a:t>User Authentication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effectLst/>
              </a:rPr>
              <a:t>Secure Login &amp; Access Control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effectLst/>
              </a:rPr>
              <a:t>Token-Based Authorization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effectLst/>
              </a:rPr>
              <a:t>Password Encryption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effectLst/>
              </a:rPr>
              <a:t>Email-Based Password Recovery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effectLst/>
              </a:rPr>
              <a:t>Modular and Scalable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84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FD0E-9D25-27F3-4500-2046FDC7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44" y="657227"/>
            <a:ext cx="9733512" cy="1142076"/>
          </a:xfrm>
        </p:spPr>
        <p:txBody>
          <a:bodyPr>
            <a:noAutofit/>
          </a:bodyPr>
          <a:lstStyle/>
          <a:p>
            <a:r>
              <a:rPr lang="en-IN" sz="4000" dirty="0">
                <a:effectLst/>
              </a:rPr>
              <a:t>Key Classes - Authentication</a:t>
            </a:r>
            <a:br>
              <a:rPr lang="en-IN" sz="4000" dirty="0">
                <a:effectLst/>
              </a:rPr>
            </a:b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DFED6-9752-73FB-5A82-6B741010E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7902" y="1543665"/>
            <a:ext cx="9733512" cy="4657108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 err="1"/>
              <a:t>AuthController</a:t>
            </a:r>
            <a:r>
              <a:rPr lang="en-IN" dirty="0"/>
              <a:t> – Manages login, signup, and password requests.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 err="1"/>
              <a:t>AuthService</a:t>
            </a:r>
            <a:r>
              <a:rPr lang="en-IN" dirty="0"/>
              <a:t> – Handles authentication logic and validation.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/>
              <a:t>User – Represents user information in the system.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 err="1"/>
              <a:t>UserRepository</a:t>
            </a:r>
            <a:r>
              <a:rPr lang="en-IN" dirty="0"/>
              <a:t> – Performs database operations for users.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 err="1"/>
              <a:t>JWTUtility</a:t>
            </a:r>
            <a:r>
              <a:rPr lang="en-IN" dirty="0"/>
              <a:t> – Creates and verifies JWT tokens.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 err="1"/>
              <a:t>EmailService</a:t>
            </a:r>
            <a:r>
              <a:rPr lang="en-IN" dirty="0"/>
              <a:t> – Sends password recovery emails.</a:t>
            </a:r>
          </a:p>
        </p:txBody>
      </p:sp>
    </p:spTree>
    <p:extLst>
      <p:ext uri="{BB962C8B-B14F-4D97-AF65-F5344CB8AC3E}">
        <p14:creationId xmlns:p14="http://schemas.microsoft.com/office/powerpoint/2010/main" val="234205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D939-05DC-F129-4C1A-5C57720C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73" y="235975"/>
            <a:ext cx="10353761" cy="973394"/>
          </a:xfrm>
        </p:spPr>
        <p:txBody>
          <a:bodyPr/>
          <a:lstStyle/>
          <a:p>
            <a:r>
              <a:rPr lang="en-IN" dirty="0" err="1">
                <a:effectLst/>
              </a:rPr>
              <a:t>AuthController</a:t>
            </a:r>
            <a:r>
              <a:rPr lang="en-IN" dirty="0">
                <a:effectLst/>
              </a:rPr>
              <a:t> – Signup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1066E-6A13-4834-0FAD-466477FE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284" y="1209368"/>
            <a:ext cx="10353762" cy="5338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effectLst/>
              </a:rPr>
              <a:t>CLASS </a:t>
            </a:r>
            <a:r>
              <a:rPr lang="en-IN" sz="1800" dirty="0" err="1">
                <a:effectLst/>
              </a:rPr>
              <a:t>AuthController</a:t>
            </a:r>
            <a:endParaRPr lang="en-IN" sz="1800" dirty="0">
              <a:effectLst/>
            </a:endParaRPr>
          </a:p>
          <a:p>
            <a:pPr marL="0" indent="0">
              <a:buNone/>
            </a:pPr>
            <a:r>
              <a:rPr lang="en-IN" sz="1800" dirty="0">
                <a:effectLst/>
              </a:rPr>
              <a:t>    FUNCTION signup(request)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        </a:t>
            </a:r>
            <a:r>
              <a:rPr lang="en-IN" sz="1800" dirty="0" err="1">
                <a:effectLst/>
              </a:rPr>
              <a:t>userDetails</a:t>
            </a:r>
            <a:r>
              <a:rPr lang="en-IN" sz="1800" dirty="0">
                <a:effectLst/>
              </a:rPr>
              <a:t> = request data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        result = </a:t>
            </a:r>
            <a:r>
              <a:rPr lang="en-IN" sz="1800" dirty="0" err="1">
                <a:effectLst/>
              </a:rPr>
              <a:t>AuthService.registerUser</a:t>
            </a:r>
            <a:r>
              <a:rPr lang="en-IN" sz="1800" dirty="0">
                <a:effectLst/>
              </a:rPr>
              <a:t>(</a:t>
            </a:r>
            <a:r>
              <a:rPr lang="en-IN" sz="1800" dirty="0" err="1">
                <a:effectLst/>
              </a:rPr>
              <a:t>userDetails</a:t>
            </a:r>
            <a:r>
              <a:rPr lang="en-IN" sz="1800" dirty="0">
                <a:effectLst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        RETURN result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    END FUNCTION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 END CLASS</a:t>
            </a:r>
          </a:p>
          <a:p>
            <a:pPr marL="0" indent="0">
              <a:buNone/>
            </a:pPr>
            <a:endParaRPr lang="en-IN" sz="1800" dirty="0">
              <a:effectLst/>
            </a:endParaRPr>
          </a:p>
          <a:p>
            <a:pPr marL="0" indent="0">
              <a:buNone/>
            </a:pPr>
            <a:r>
              <a:rPr lang="en-IN" sz="2200" b="1" dirty="0"/>
              <a:t>Explanation:-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Receives user registration details from UI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Sends data to </a:t>
            </a:r>
            <a:r>
              <a:rPr lang="en-US" sz="1800" dirty="0" err="1"/>
              <a:t>AuthService</a:t>
            </a:r>
            <a:r>
              <a:rPr lang="en-US" sz="1800" dirty="0"/>
              <a:t> for processing</a:t>
            </a:r>
          </a:p>
        </p:txBody>
      </p:sp>
    </p:spTree>
    <p:extLst>
      <p:ext uri="{BB962C8B-B14F-4D97-AF65-F5344CB8AC3E}">
        <p14:creationId xmlns:p14="http://schemas.microsoft.com/office/powerpoint/2010/main" val="232789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38573-8A97-9D25-B6D9-40FE5F29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04800"/>
            <a:ext cx="10353761" cy="934065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</a:rPr>
              <a:t>Sign-Up Service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93AF8-B8A3-5461-E99B-E25EBEA5D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20877"/>
            <a:ext cx="10353762" cy="5515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300" dirty="0">
                <a:effectLst/>
              </a:rPr>
              <a:t>CLASS </a:t>
            </a:r>
            <a:r>
              <a:rPr lang="en-IN" sz="1300" dirty="0" err="1">
                <a:effectLst/>
              </a:rPr>
              <a:t>AuthService</a:t>
            </a:r>
            <a:endParaRPr lang="en-IN" sz="1300" dirty="0">
              <a:effectLst/>
            </a:endParaRPr>
          </a:p>
          <a:p>
            <a:pPr marL="0" indent="0">
              <a:buNone/>
            </a:pPr>
            <a:r>
              <a:rPr lang="en-IN" sz="1300" dirty="0">
                <a:effectLst/>
              </a:rPr>
              <a:t>  FUNCTION </a:t>
            </a:r>
            <a:r>
              <a:rPr lang="en-IN" sz="1300" dirty="0" err="1">
                <a:effectLst/>
              </a:rPr>
              <a:t>registerUser</a:t>
            </a:r>
            <a:r>
              <a:rPr lang="en-IN" sz="1300" dirty="0">
                <a:effectLst/>
              </a:rPr>
              <a:t>(</a:t>
            </a:r>
            <a:r>
              <a:rPr lang="en-IN" sz="1300" dirty="0" err="1">
                <a:effectLst/>
              </a:rPr>
              <a:t>userDetails</a:t>
            </a:r>
            <a:r>
              <a:rPr lang="en-IN" sz="1300" dirty="0">
                <a:effectLst/>
              </a:rPr>
              <a:t>)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  </a:t>
            </a:r>
            <a:r>
              <a:rPr lang="en-IN" sz="1300" dirty="0" err="1">
                <a:effectLst/>
              </a:rPr>
              <a:t>existingUser</a:t>
            </a:r>
            <a:r>
              <a:rPr lang="en-IN" sz="1300" dirty="0">
                <a:effectLst/>
              </a:rPr>
              <a:t> = </a:t>
            </a:r>
            <a:r>
              <a:rPr lang="en-IN" sz="1300" dirty="0" err="1">
                <a:effectLst/>
              </a:rPr>
              <a:t>UserRepository.findByUsername</a:t>
            </a:r>
            <a:r>
              <a:rPr lang="en-IN" sz="1300" dirty="0">
                <a:effectLst/>
              </a:rPr>
              <a:t>(...)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  IF </a:t>
            </a:r>
            <a:r>
              <a:rPr lang="en-IN" sz="1300" dirty="0" err="1">
                <a:effectLst/>
              </a:rPr>
              <a:t>existingUser</a:t>
            </a:r>
            <a:r>
              <a:rPr lang="en-IN" sz="1300" dirty="0">
                <a:effectLst/>
              </a:rPr>
              <a:t> exists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     RETURN "User already exists“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  End IF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 </a:t>
            </a:r>
            <a:r>
              <a:rPr lang="en-IN" sz="1300" dirty="0" err="1">
                <a:effectLst/>
              </a:rPr>
              <a:t>encryptedPassword</a:t>
            </a:r>
            <a:r>
              <a:rPr lang="en-IN" sz="1300" dirty="0">
                <a:effectLst/>
              </a:rPr>
              <a:t> = encrypt(</a:t>
            </a:r>
            <a:r>
              <a:rPr lang="en-IN" sz="1300" dirty="0" err="1">
                <a:effectLst/>
              </a:rPr>
              <a:t>userDetails.password</a:t>
            </a:r>
            <a:r>
              <a:rPr lang="en-IN" sz="1300" dirty="0">
                <a:effectLst/>
              </a:rPr>
              <a:t>)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 </a:t>
            </a:r>
            <a:r>
              <a:rPr lang="en-IN" sz="1300" dirty="0" err="1">
                <a:effectLst/>
              </a:rPr>
              <a:t>newUser</a:t>
            </a:r>
            <a:r>
              <a:rPr lang="en-IN" sz="1300" dirty="0">
                <a:effectLst/>
              </a:rPr>
              <a:t> = create User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 </a:t>
            </a:r>
            <a:r>
              <a:rPr lang="en-IN" sz="1300" dirty="0" err="1">
                <a:effectLst/>
              </a:rPr>
              <a:t>newUser.username</a:t>
            </a:r>
            <a:r>
              <a:rPr lang="en-IN" sz="1300" dirty="0">
                <a:effectLst/>
              </a:rPr>
              <a:t> = </a:t>
            </a:r>
            <a:r>
              <a:rPr lang="en-IN" sz="1300" dirty="0" err="1">
                <a:effectLst/>
              </a:rPr>
              <a:t>userDetails.username</a:t>
            </a:r>
            <a:endParaRPr lang="en-IN" sz="1300" dirty="0">
              <a:effectLst/>
            </a:endParaRPr>
          </a:p>
          <a:p>
            <a:pPr marL="0" indent="0">
              <a:buNone/>
            </a:pPr>
            <a:r>
              <a:rPr lang="en-IN" sz="1300" dirty="0">
                <a:effectLst/>
              </a:rPr>
              <a:t>  </a:t>
            </a:r>
            <a:r>
              <a:rPr lang="en-IN" sz="1300" dirty="0" err="1">
                <a:effectLst/>
              </a:rPr>
              <a:t>newUser.password</a:t>
            </a:r>
            <a:r>
              <a:rPr lang="en-IN" sz="1300" dirty="0">
                <a:effectLst/>
              </a:rPr>
              <a:t> = </a:t>
            </a:r>
            <a:r>
              <a:rPr lang="en-IN" sz="1300" dirty="0" err="1">
                <a:effectLst/>
              </a:rPr>
              <a:t>encryptedPassword</a:t>
            </a:r>
            <a:endParaRPr lang="en-IN" sz="1300" dirty="0">
              <a:effectLst/>
            </a:endParaRPr>
          </a:p>
          <a:p>
            <a:pPr marL="0" indent="0">
              <a:buNone/>
            </a:pPr>
            <a:r>
              <a:rPr lang="en-IN" sz="1300" dirty="0">
                <a:effectLst/>
              </a:rPr>
              <a:t>  </a:t>
            </a:r>
            <a:r>
              <a:rPr lang="en-IN" sz="1300" dirty="0" err="1">
                <a:effectLst/>
              </a:rPr>
              <a:t>newUser.email</a:t>
            </a:r>
            <a:r>
              <a:rPr lang="en-IN" sz="1300" dirty="0">
                <a:effectLst/>
              </a:rPr>
              <a:t> = </a:t>
            </a:r>
            <a:r>
              <a:rPr lang="en-IN" sz="1300" dirty="0" err="1">
                <a:effectLst/>
              </a:rPr>
              <a:t>userDetails.email</a:t>
            </a:r>
            <a:endParaRPr lang="en-IN" sz="1300" dirty="0">
              <a:effectLst/>
            </a:endParaRPr>
          </a:p>
          <a:p>
            <a:pPr marL="0" indent="0">
              <a:buNone/>
            </a:pPr>
            <a:r>
              <a:rPr lang="en-IN" sz="1300" dirty="0">
                <a:effectLst/>
              </a:rPr>
              <a:t>  </a:t>
            </a:r>
            <a:r>
              <a:rPr lang="en-IN" sz="1300" dirty="0" err="1">
                <a:effectLst/>
              </a:rPr>
              <a:t>UserRepository.save</a:t>
            </a:r>
            <a:r>
              <a:rPr lang="en-IN" sz="1300" dirty="0">
                <a:effectLst/>
              </a:rPr>
              <a:t>(</a:t>
            </a:r>
            <a:r>
              <a:rPr lang="en-IN" sz="1300" dirty="0" err="1">
                <a:effectLst/>
              </a:rPr>
              <a:t>newUser</a:t>
            </a:r>
            <a:r>
              <a:rPr lang="en-IN" sz="1300" dirty="0">
                <a:effectLst/>
              </a:rPr>
              <a:t>)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 RETURN "Signup successful"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 END FUNCTION</a:t>
            </a:r>
          </a:p>
          <a:p>
            <a:pPr marL="0" indent="0">
              <a:buNone/>
            </a:pPr>
            <a:r>
              <a:rPr lang="en-IN" sz="1300" dirty="0">
                <a:effectLst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76873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861F1-B6A4-875D-15B6-A8262D2E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5305"/>
            <a:ext cx="10353761" cy="1022554"/>
          </a:xfrm>
        </p:spPr>
        <p:txBody>
          <a:bodyPr/>
          <a:lstStyle/>
          <a:p>
            <a:r>
              <a:rPr lang="en-IN" dirty="0" err="1">
                <a:effectLst/>
              </a:rPr>
              <a:t>AuthController</a:t>
            </a:r>
            <a:r>
              <a:rPr lang="en-IN" dirty="0">
                <a:effectLst/>
              </a:rPr>
              <a:t> – </a:t>
            </a:r>
            <a:r>
              <a:rPr lang="en-IN" dirty="0" err="1">
                <a:effectLst/>
              </a:rPr>
              <a:t>Signin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DDCD2-DB1B-2D18-08F1-9C51904FC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29031"/>
            <a:ext cx="10353762" cy="53536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effectLst/>
              </a:rPr>
              <a:t>CLASS </a:t>
            </a:r>
            <a:r>
              <a:rPr lang="en-IN" sz="1600" dirty="0" err="1">
                <a:effectLst/>
              </a:rPr>
              <a:t>AuthController</a:t>
            </a:r>
            <a:endParaRPr lang="en-IN" sz="1600" dirty="0">
              <a:effectLst/>
            </a:endParaRPr>
          </a:p>
          <a:p>
            <a:pPr marL="0" indent="0">
              <a:buNone/>
            </a:pPr>
            <a:r>
              <a:rPr lang="en-IN" sz="1600" dirty="0">
                <a:effectLst/>
              </a:rPr>
              <a:t>    FUNCTION </a:t>
            </a:r>
            <a:r>
              <a:rPr lang="en-IN" sz="1600" dirty="0" err="1">
                <a:effectLst/>
              </a:rPr>
              <a:t>signin</a:t>
            </a:r>
            <a:r>
              <a:rPr lang="en-IN" sz="1600" dirty="0">
                <a:effectLst/>
              </a:rPr>
              <a:t>(request)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    username = </a:t>
            </a:r>
            <a:r>
              <a:rPr lang="en-IN" sz="1600" dirty="0" err="1">
                <a:effectLst/>
              </a:rPr>
              <a:t>request.username</a:t>
            </a:r>
            <a:endParaRPr lang="en-IN" sz="1600" dirty="0">
              <a:effectLst/>
            </a:endParaRPr>
          </a:p>
          <a:p>
            <a:pPr marL="0" indent="0">
              <a:buNone/>
            </a:pPr>
            <a:r>
              <a:rPr lang="en-IN" sz="1600" dirty="0">
                <a:effectLst/>
              </a:rPr>
              <a:t>        password = </a:t>
            </a:r>
            <a:r>
              <a:rPr lang="en-IN" sz="1600" dirty="0" err="1">
                <a:effectLst/>
              </a:rPr>
              <a:t>request.password</a:t>
            </a:r>
            <a:endParaRPr lang="en-IN" sz="1600" dirty="0">
              <a:effectLst/>
            </a:endParaRPr>
          </a:p>
          <a:p>
            <a:pPr marL="0" indent="0">
              <a:buNone/>
            </a:pPr>
            <a:r>
              <a:rPr lang="en-IN" sz="1600" dirty="0">
                <a:effectLst/>
              </a:rPr>
              <a:t>         token = </a:t>
            </a:r>
            <a:r>
              <a:rPr lang="en-IN" sz="1600" dirty="0" err="1">
                <a:effectLst/>
              </a:rPr>
              <a:t>AuthService.authenticate</a:t>
            </a:r>
            <a:r>
              <a:rPr lang="en-IN" sz="1600" dirty="0">
                <a:effectLst/>
              </a:rPr>
              <a:t>(username, password)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         RETURN token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END FUNCTION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END CLASS</a:t>
            </a:r>
          </a:p>
          <a:p>
            <a:pPr marL="0" indent="0">
              <a:buNone/>
            </a:pPr>
            <a:r>
              <a:rPr lang="en-IN" sz="1800" b="1" u="sng" dirty="0">
                <a:effectLst/>
              </a:rPr>
              <a:t>EXPLANATION:-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</a:rPr>
              <a:t>Accepts username and password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</a:rPr>
              <a:t>Forwards them to service layer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</a:rPr>
              <a:t>Returns JWT token if login is successful</a:t>
            </a:r>
            <a:endParaRPr lang="en-IN" sz="1800" dirty="0">
              <a:effectLst/>
            </a:endParaRPr>
          </a:p>
          <a:p>
            <a:pPr marL="0" indent="0">
              <a:buNone/>
            </a:pPr>
            <a:endParaRPr lang="en-IN" sz="1600" dirty="0">
              <a:effectLst/>
            </a:endParaRP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63915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8D46-B9A5-6BBF-3BF4-48DB40CE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3" y="137652"/>
            <a:ext cx="10353761" cy="1326321"/>
          </a:xfrm>
        </p:spPr>
        <p:txBody>
          <a:bodyPr>
            <a:normAutofit/>
          </a:bodyPr>
          <a:lstStyle/>
          <a:p>
            <a:r>
              <a:rPr lang="en-IN" sz="4400" dirty="0" err="1"/>
              <a:t>AuthService</a:t>
            </a:r>
            <a:r>
              <a:rPr lang="en-IN" sz="4400" dirty="0"/>
              <a:t> – </a:t>
            </a:r>
            <a:r>
              <a:rPr lang="en-IN" sz="4400" dirty="0" err="1"/>
              <a:t>Signin</a:t>
            </a:r>
            <a:r>
              <a:rPr lang="en-IN" sz="4400" dirty="0"/>
              <a:t>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5EC3D-21CE-DC5F-C10F-98CEB5A5D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38865"/>
            <a:ext cx="10353762" cy="45523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effectLst/>
              </a:rPr>
              <a:t>CLASS </a:t>
            </a:r>
            <a:r>
              <a:rPr lang="en-IN" sz="1400" dirty="0" err="1">
                <a:effectLst/>
              </a:rPr>
              <a:t>AuthService</a:t>
            </a:r>
            <a:endParaRPr lang="en-IN" sz="1400" dirty="0">
              <a:effectLst/>
            </a:endParaRPr>
          </a:p>
          <a:p>
            <a:pPr marL="0" indent="0">
              <a:buNone/>
            </a:pPr>
            <a:r>
              <a:rPr lang="en-IN" sz="1400" dirty="0">
                <a:effectLst/>
              </a:rPr>
              <a:t>    FUNCTION authenticate(username, password)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user = </a:t>
            </a:r>
            <a:r>
              <a:rPr lang="en-IN" sz="1400" dirty="0" err="1">
                <a:effectLst/>
              </a:rPr>
              <a:t>UserRepository.findByUsername</a:t>
            </a:r>
            <a:r>
              <a:rPr lang="en-IN" sz="1400" dirty="0">
                <a:effectLst/>
              </a:rPr>
              <a:t>(username)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IF user does not exist THEN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    RETURN "Invalid username"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END IF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IF password matches encrypted password THEN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    token = </a:t>
            </a:r>
            <a:r>
              <a:rPr lang="en-IN" sz="1400" dirty="0" err="1">
                <a:effectLst/>
              </a:rPr>
              <a:t>JWTUtility.generateToken</a:t>
            </a:r>
            <a:r>
              <a:rPr lang="en-IN" sz="1400" dirty="0">
                <a:effectLst/>
              </a:rPr>
              <a:t>(user)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    RETURN token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ELSE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    RETURN "Invalid password"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    END IF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    END FUNCTION</a:t>
            </a:r>
          </a:p>
          <a:p>
            <a:pPr marL="0" indent="0">
              <a:buNone/>
            </a:pPr>
            <a:r>
              <a:rPr lang="en-IN" sz="1400" dirty="0">
                <a:effectLst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354733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A6E2-F89C-E8B9-5E54-3754DCB7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0"/>
            <a:ext cx="10353761" cy="1326321"/>
          </a:xfrm>
        </p:spPr>
        <p:txBody>
          <a:bodyPr/>
          <a:lstStyle/>
          <a:p>
            <a:r>
              <a:rPr lang="en-IN" dirty="0" err="1">
                <a:effectLst/>
              </a:rPr>
              <a:t>AuthController</a:t>
            </a:r>
            <a:r>
              <a:rPr lang="en-IN" dirty="0">
                <a:effectLst/>
              </a:rPr>
              <a:t> – Forgot Password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7AFE5-ED49-2334-DCE8-BD1553B48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943897"/>
            <a:ext cx="10353762" cy="5476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effectLst/>
              </a:rPr>
              <a:t>CLASS </a:t>
            </a:r>
            <a:r>
              <a:rPr lang="en-IN" sz="1800" dirty="0" err="1">
                <a:effectLst/>
              </a:rPr>
              <a:t>AuthController</a:t>
            </a:r>
            <a:endParaRPr lang="en-IN" sz="1800" dirty="0">
              <a:effectLst/>
            </a:endParaRPr>
          </a:p>
          <a:p>
            <a:pPr marL="0" indent="0">
              <a:buNone/>
            </a:pPr>
            <a:r>
              <a:rPr lang="en-IN" sz="1800" dirty="0">
                <a:effectLst/>
              </a:rPr>
              <a:t>     FUNCTION </a:t>
            </a:r>
            <a:r>
              <a:rPr lang="en-IN" sz="1800" dirty="0" err="1">
                <a:effectLst/>
              </a:rPr>
              <a:t>forgotPassword</a:t>
            </a:r>
            <a:r>
              <a:rPr lang="en-IN" sz="1800" dirty="0">
                <a:effectLst/>
              </a:rPr>
              <a:t>(request)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        email = </a:t>
            </a:r>
            <a:r>
              <a:rPr lang="en-IN" sz="1800" dirty="0" err="1">
                <a:effectLst/>
              </a:rPr>
              <a:t>request.email</a:t>
            </a:r>
            <a:endParaRPr lang="en-IN" sz="1800" dirty="0">
              <a:effectLst/>
            </a:endParaRPr>
          </a:p>
          <a:p>
            <a:pPr marL="0" indent="0">
              <a:buNone/>
            </a:pPr>
            <a:r>
              <a:rPr lang="en-IN" sz="1800" dirty="0">
                <a:effectLst/>
              </a:rPr>
              <a:t>        result = </a:t>
            </a:r>
            <a:r>
              <a:rPr lang="en-IN" sz="1800" dirty="0" err="1">
                <a:effectLst/>
              </a:rPr>
              <a:t>AuthService.processForgotPassword</a:t>
            </a:r>
            <a:r>
              <a:rPr lang="en-IN" sz="1800" dirty="0">
                <a:effectLst/>
              </a:rPr>
              <a:t>(email)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        RETURN result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    END FUNCTION</a:t>
            </a:r>
          </a:p>
          <a:p>
            <a:pPr marL="0" indent="0">
              <a:buNone/>
            </a:pPr>
            <a:r>
              <a:rPr lang="en-IN" sz="1800" dirty="0">
                <a:effectLst/>
              </a:rPr>
              <a:t> END CLASS</a:t>
            </a:r>
          </a:p>
          <a:p>
            <a:pPr marL="0" indent="0">
              <a:buNone/>
            </a:pPr>
            <a:r>
              <a:rPr lang="en-IN" sz="1800" b="1" u="sng" dirty="0">
                <a:effectLst/>
              </a:rPr>
              <a:t>EXPLANATION:-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ffectLst/>
              </a:rPr>
              <a:t>Receives user email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ffectLst/>
              </a:rPr>
              <a:t>Calls service to process password reset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ffectLst/>
              </a:rPr>
              <a:t>Returns confirmation message</a:t>
            </a: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880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808F3-F5C2-7270-7949-7F3DA5E1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4298"/>
            <a:ext cx="10353761" cy="983226"/>
          </a:xfrm>
        </p:spPr>
        <p:txBody>
          <a:bodyPr>
            <a:normAutofit/>
          </a:bodyPr>
          <a:lstStyle/>
          <a:p>
            <a:r>
              <a:rPr lang="en-IN" sz="3200" dirty="0"/>
              <a:t> </a:t>
            </a:r>
            <a:r>
              <a:rPr lang="en-IN" sz="3200" dirty="0" err="1"/>
              <a:t>AuthService</a:t>
            </a:r>
            <a:r>
              <a:rPr lang="en-IN" sz="3200" dirty="0"/>
              <a:t> – Forgot Password Logic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3D08-747E-EF97-5446-3067076FB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8" y="973394"/>
            <a:ext cx="10353762" cy="5786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CLASS </a:t>
            </a:r>
            <a:r>
              <a:rPr lang="en-IN" sz="1600" dirty="0" err="1"/>
              <a:t>AuthService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FUNCTION </a:t>
            </a:r>
            <a:r>
              <a:rPr lang="en-IN" sz="1600" dirty="0" err="1"/>
              <a:t>processForgotPassword</a:t>
            </a:r>
            <a:r>
              <a:rPr lang="en-IN" sz="1600" dirty="0"/>
              <a:t>(email)</a:t>
            </a:r>
          </a:p>
          <a:p>
            <a:pPr marL="0" indent="0">
              <a:buNone/>
            </a:pPr>
            <a:r>
              <a:rPr lang="en-IN" sz="1600" dirty="0"/>
              <a:t>        user = </a:t>
            </a:r>
            <a:r>
              <a:rPr lang="en-IN" sz="1600" dirty="0" err="1"/>
              <a:t>UserRepository.findByEmail</a:t>
            </a:r>
            <a:r>
              <a:rPr lang="en-IN" sz="1600" dirty="0"/>
              <a:t>(email)</a:t>
            </a:r>
          </a:p>
          <a:p>
            <a:pPr marL="0" indent="0">
              <a:buNone/>
            </a:pPr>
            <a:r>
              <a:rPr lang="en-IN" sz="1600" dirty="0"/>
              <a:t>        IF user does not exist THEN</a:t>
            </a:r>
          </a:p>
          <a:p>
            <a:pPr marL="0" indent="0">
              <a:buNone/>
            </a:pPr>
            <a:r>
              <a:rPr lang="en-IN" sz="1600" dirty="0"/>
              <a:t>            RETURN "Email not registered"</a:t>
            </a:r>
          </a:p>
          <a:p>
            <a:pPr marL="0" indent="0">
              <a:buNone/>
            </a:pPr>
            <a:r>
              <a:rPr lang="en-IN" sz="1600" dirty="0"/>
              <a:t>        END IF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resetToken</a:t>
            </a:r>
            <a:r>
              <a:rPr lang="en-IN" sz="1600" dirty="0"/>
              <a:t> = </a:t>
            </a:r>
            <a:r>
              <a:rPr lang="en-IN" sz="1600" dirty="0" err="1"/>
              <a:t>generateResetToken</a:t>
            </a:r>
            <a:r>
              <a:rPr lang="en-IN" sz="1600" dirty="0"/>
              <a:t>()</a:t>
            </a:r>
          </a:p>
          <a:p>
            <a:pPr marL="0" indent="0">
              <a:buNone/>
            </a:pPr>
            <a:r>
              <a:rPr lang="en-IN" sz="1600" dirty="0"/>
              <a:t>        save </a:t>
            </a:r>
            <a:r>
              <a:rPr lang="en-IN" sz="1600" dirty="0" err="1"/>
              <a:t>resetToken</a:t>
            </a:r>
            <a:r>
              <a:rPr lang="en-IN" sz="1600" dirty="0"/>
              <a:t> with user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EmailService.sendResetLink</a:t>
            </a:r>
            <a:r>
              <a:rPr lang="en-IN" sz="1600" dirty="0"/>
              <a:t>(email, </a:t>
            </a:r>
            <a:r>
              <a:rPr lang="en-IN" sz="1600" dirty="0" err="1"/>
              <a:t>resetToken</a:t>
            </a:r>
            <a:r>
              <a:rPr lang="en-IN" sz="1600" dirty="0"/>
              <a:t>)</a:t>
            </a:r>
          </a:p>
          <a:p>
            <a:pPr marL="0" indent="0">
              <a:buNone/>
            </a:pPr>
            <a:r>
              <a:rPr lang="en-IN" sz="1600" dirty="0"/>
              <a:t>        RETURN "Password reset link sent"</a:t>
            </a:r>
          </a:p>
          <a:p>
            <a:pPr marL="0" indent="0">
              <a:buNone/>
            </a:pPr>
            <a:r>
              <a:rPr lang="en-IN" sz="1600" dirty="0"/>
              <a:t>    END FUNCTION</a:t>
            </a:r>
          </a:p>
          <a:p>
            <a:pPr marL="0" indent="0">
              <a:buNone/>
            </a:pPr>
            <a:r>
              <a:rPr lang="en-IN" sz="1600" dirty="0"/>
              <a:t>END CLASS</a:t>
            </a:r>
          </a:p>
          <a:p>
            <a:pPr marL="0" indent="0">
              <a:buNone/>
            </a:pPr>
            <a:endParaRPr lang="en-IN" sz="1400" b="1" u="sng" dirty="0"/>
          </a:p>
          <a:p>
            <a:pPr marL="0" indent="0">
              <a:buNone/>
            </a:pPr>
            <a:endParaRPr lang="en-IN" sz="1400" b="1" u="sng" dirty="0"/>
          </a:p>
        </p:txBody>
      </p:sp>
    </p:spTree>
    <p:extLst>
      <p:ext uri="{BB962C8B-B14F-4D97-AF65-F5344CB8AC3E}">
        <p14:creationId xmlns:p14="http://schemas.microsoft.com/office/powerpoint/2010/main" val="82081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2983-99C3-2844-A692-FF9AD75D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275303"/>
            <a:ext cx="10353761" cy="1326321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</a:rPr>
              <a:t>Reset Password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DA62A-FEAE-FD85-F9B8-AD7007A99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01623"/>
            <a:ext cx="10353762" cy="47189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AuthService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resetPassword</a:t>
            </a:r>
            <a:r>
              <a:rPr lang="en-IN" dirty="0"/>
              <a:t>(token, </a:t>
            </a:r>
            <a:r>
              <a:rPr lang="en-IN" dirty="0" err="1"/>
              <a:t>newPassword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user = find user by reset token</a:t>
            </a:r>
          </a:p>
          <a:p>
            <a:pPr marL="0" indent="0">
              <a:buNone/>
            </a:pPr>
            <a:r>
              <a:rPr lang="en-IN" dirty="0"/>
              <a:t>     IF token invalid or expired RETURN "Invalid token"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encryptedPassword</a:t>
            </a:r>
            <a:r>
              <a:rPr lang="en-IN" dirty="0"/>
              <a:t> = encrypt(</a:t>
            </a:r>
            <a:r>
              <a:rPr lang="en-IN" dirty="0" err="1"/>
              <a:t>newPassword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user.password</a:t>
            </a:r>
            <a:r>
              <a:rPr lang="en-IN" dirty="0"/>
              <a:t> = </a:t>
            </a:r>
            <a:r>
              <a:rPr lang="en-IN" dirty="0" err="1"/>
              <a:t>encryptedPassword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clear reset token</a:t>
            </a:r>
          </a:p>
          <a:p>
            <a:pPr marL="0" indent="0">
              <a:buNone/>
            </a:pPr>
            <a:r>
              <a:rPr lang="en-IN" dirty="0"/>
              <a:t>     save user</a:t>
            </a:r>
          </a:p>
          <a:p>
            <a:pPr marL="0" indent="0">
              <a:buNone/>
            </a:pPr>
            <a:r>
              <a:rPr lang="en-IN" dirty="0"/>
              <a:t>     RETURN "Password reset successful"</a:t>
            </a:r>
          </a:p>
          <a:p>
            <a:pPr marL="0" indent="0">
              <a:buNone/>
            </a:pPr>
            <a:r>
              <a:rPr lang="en-IN" dirty="0"/>
              <a:t>END FUNCTION</a:t>
            </a:r>
          </a:p>
          <a:p>
            <a:pPr marL="0" indent="0">
              <a:buNone/>
            </a:pPr>
            <a:r>
              <a:rPr lang="en-IN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229062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0FDA-E680-920C-61DA-338C585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03639"/>
            <a:ext cx="10353761" cy="1326321"/>
          </a:xfrm>
        </p:spPr>
        <p:txBody>
          <a:bodyPr>
            <a:normAutofit/>
          </a:bodyPr>
          <a:lstStyle/>
          <a:p>
            <a:r>
              <a:rPr lang="en-IN" sz="4400" dirty="0">
                <a:effectLst/>
              </a:rPr>
              <a:t>Authentication Flow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9255-D66E-F759-F987-656779BFD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729960"/>
            <a:ext cx="10353762" cy="4218039"/>
          </a:xfrm>
        </p:spPr>
        <p:txBody>
          <a:bodyPr/>
          <a:lstStyle/>
          <a:p>
            <a:r>
              <a:rPr lang="en-IN" sz="2400" b="1" dirty="0"/>
              <a:t>Signup</a:t>
            </a:r>
          </a:p>
          <a:p>
            <a:pPr marL="0" indent="0">
              <a:buNone/>
            </a:pPr>
            <a:r>
              <a:rPr lang="en-IN" dirty="0"/>
              <a:t>    UI → Controller → Service → Repository → Database</a:t>
            </a:r>
          </a:p>
          <a:p>
            <a:r>
              <a:rPr lang="en-IN" sz="2400" b="1" dirty="0" err="1"/>
              <a:t>Signin</a:t>
            </a:r>
            <a:endParaRPr lang="en-IN" sz="2400" b="1" dirty="0"/>
          </a:p>
          <a:p>
            <a:pPr marL="0" indent="0">
              <a:buNone/>
            </a:pPr>
            <a:r>
              <a:rPr lang="en-IN" dirty="0"/>
              <a:t>    UI → Controller → Service → JWT Token → UI</a:t>
            </a:r>
          </a:p>
          <a:p>
            <a:r>
              <a:rPr lang="en-IN" sz="2400" b="1" dirty="0"/>
              <a:t>Forgot Password</a:t>
            </a:r>
          </a:p>
          <a:p>
            <a:pPr marL="0" indent="0">
              <a:buNone/>
            </a:pPr>
            <a:r>
              <a:rPr lang="en-IN" dirty="0"/>
              <a:t>   UI → Controller → Service → Email Service → User</a:t>
            </a:r>
          </a:p>
        </p:txBody>
      </p:sp>
    </p:spTree>
    <p:extLst>
      <p:ext uri="{BB962C8B-B14F-4D97-AF65-F5344CB8AC3E}">
        <p14:creationId xmlns:p14="http://schemas.microsoft.com/office/powerpoint/2010/main" val="1408005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3961-E402-591B-F1B5-05FA8FDD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616" y="373627"/>
            <a:ext cx="10353761" cy="1406012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Module 2: 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Product/Inventory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F674-D41E-0E6D-59E1-FE6DD6F0C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616" y="1877962"/>
            <a:ext cx="10353762" cy="4424516"/>
          </a:xfrm>
        </p:spPr>
        <p:txBody>
          <a:bodyPr/>
          <a:lstStyle/>
          <a:p>
            <a:pPr marL="0" indent="0">
              <a:buNone/>
            </a:pPr>
            <a:r>
              <a:rPr lang="en-US" sz="2800" b="1" u="sng" dirty="0"/>
              <a:t>Purpose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Manage products efficiently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Track stock levels accurately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Handle stock-in and stock-out operations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Prevent duplicate items using SKU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Monitor minimum stock levels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Support smooth inventory operations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845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BBE1-7727-370C-6D7E-85F9F43D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17523"/>
          </a:xfrm>
        </p:spPr>
        <p:txBody>
          <a:bodyPr/>
          <a:lstStyle/>
          <a:p>
            <a:r>
              <a:rPr lang="en-IN" sz="3600" dirty="0">
                <a:effectLst/>
              </a:rPr>
              <a:t>Key Classes – PRODUCT MANAGEMENT</a:t>
            </a:r>
            <a:br>
              <a:rPr lang="en-IN" sz="360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7DBF2-875D-E7EC-6AFE-077057C6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65006"/>
            <a:ext cx="10353762" cy="4326194"/>
          </a:xfrm>
        </p:spPr>
        <p:txBody>
          <a:bodyPr>
            <a:normAutofit/>
          </a:bodyPr>
          <a:lstStyle/>
          <a:p>
            <a:r>
              <a:rPr lang="en-IN" b="1" dirty="0"/>
              <a:t>Product</a:t>
            </a:r>
            <a:br>
              <a:rPr lang="en-IN" dirty="0"/>
            </a:br>
            <a:r>
              <a:rPr lang="en-IN" dirty="0"/>
              <a:t>→ Holds product details and stock count</a:t>
            </a:r>
          </a:p>
          <a:p>
            <a:r>
              <a:rPr lang="en-IN" b="1" dirty="0" err="1"/>
              <a:t>ProductController</a:t>
            </a:r>
            <a:br>
              <a:rPr lang="en-IN" dirty="0"/>
            </a:br>
            <a:r>
              <a:rPr lang="en-IN" dirty="0"/>
              <a:t>→ Takes requests from user/UI</a:t>
            </a:r>
          </a:p>
          <a:p>
            <a:r>
              <a:rPr lang="en-IN" b="1" dirty="0" err="1"/>
              <a:t>ProductService</a:t>
            </a:r>
            <a:br>
              <a:rPr lang="en-IN" dirty="0"/>
            </a:br>
            <a:r>
              <a:rPr lang="en-IN" dirty="0"/>
              <a:t>→ Does main work (add product, increase/decrease stock, check alerts)</a:t>
            </a:r>
          </a:p>
          <a:p>
            <a:r>
              <a:rPr lang="en-IN" b="1" dirty="0" err="1"/>
              <a:t>ProductRepository</a:t>
            </a:r>
            <a:br>
              <a:rPr lang="en-IN" dirty="0"/>
            </a:br>
            <a:r>
              <a:rPr lang="en-IN" dirty="0"/>
              <a:t>→ Saves and gets data from database</a:t>
            </a:r>
          </a:p>
          <a:p>
            <a:r>
              <a:rPr lang="en-IN" dirty="0"/>
              <a:t> </a:t>
            </a:r>
            <a:r>
              <a:rPr lang="en-IN" b="1" dirty="0"/>
              <a:t>Flow:</a:t>
            </a:r>
            <a:r>
              <a:rPr lang="en-IN" dirty="0"/>
              <a:t> User → Controller → Service → Repository → Database</a:t>
            </a:r>
          </a:p>
        </p:txBody>
      </p:sp>
    </p:spTree>
    <p:extLst>
      <p:ext uri="{BB962C8B-B14F-4D97-AF65-F5344CB8AC3E}">
        <p14:creationId xmlns:p14="http://schemas.microsoft.com/office/powerpoint/2010/main" val="1577687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337A-AA0A-8831-29CF-636446E5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324465"/>
            <a:ext cx="10353761" cy="1326321"/>
          </a:xfrm>
        </p:spPr>
        <p:txBody>
          <a:bodyPr>
            <a:normAutofit/>
          </a:bodyPr>
          <a:lstStyle/>
          <a:p>
            <a:r>
              <a:rPr lang="en-IN" sz="4400" dirty="0">
                <a:effectLst/>
              </a:rPr>
              <a:t>Product Class (Entity)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EFD21-60B9-EFA0-A1C3-F43749181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072" y="1474839"/>
            <a:ext cx="8652992" cy="46014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CLASS Product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productId</a:t>
            </a:r>
            <a:r>
              <a:rPr lang="en-US" sz="1800" dirty="0"/>
              <a:t>       // Unique identifier for the product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sku</a:t>
            </a:r>
            <a:r>
              <a:rPr lang="en-US" sz="1800" dirty="0"/>
              <a:t>             // Stock Keeping Unit, used to track products</a:t>
            </a:r>
          </a:p>
          <a:p>
            <a:pPr marL="0" indent="0">
              <a:buNone/>
            </a:pPr>
            <a:r>
              <a:rPr lang="en-US" sz="1800" dirty="0"/>
              <a:t>    name            // Name of the product</a:t>
            </a:r>
          </a:p>
          <a:p>
            <a:pPr marL="0" indent="0">
              <a:buNone/>
            </a:pPr>
            <a:r>
              <a:rPr lang="en-US" sz="1800" dirty="0"/>
              <a:t>    category        // Category/type the product belongs to</a:t>
            </a:r>
          </a:p>
          <a:p>
            <a:pPr marL="0" indent="0">
              <a:buNone/>
            </a:pPr>
            <a:r>
              <a:rPr lang="en-US" sz="1800" dirty="0"/>
              <a:t>    supplier        // Supplier or vendor of the product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unitPrice</a:t>
            </a:r>
            <a:r>
              <a:rPr lang="en-US" sz="1800" dirty="0"/>
              <a:t>       // Price per unit of the product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stockQuantity</a:t>
            </a:r>
            <a:r>
              <a:rPr lang="en-US" sz="1800" dirty="0"/>
              <a:t>   // Current stock available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minStockLevel</a:t>
            </a:r>
            <a:r>
              <a:rPr lang="en-US" sz="1800" dirty="0"/>
              <a:t>   // Minimum stock before reordering</a:t>
            </a:r>
          </a:p>
          <a:p>
            <a:pPr marL="0" indent="0">
              <a:buNone/>
            </a:pPr>
            <a:r>
              <a:rPr lang="en-US" sz="1800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857545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53F0-66A7-4050-834C-820B5B91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67149"/>
            <a:ext cx="10353761" cy="1326321"/>
          </a:xfrm>
        </p:spPr>
        <p:txBody>
          <a:bodyPr>
            <a:normAutofit/>
          </a:bodyPr>
          <a:lstStyle/>
          <a:p>
            <a:r>
              <a:rPr lang="en-IN" sz="4000" dirty="0" err="1">
                <a:effectLst/>
              </a:rPr>
              <a:t>ProductController</a:t>
            </a:r>
            <a:r>
              <a:rPr lang="en-IN" sz="4000" dirty="0">
                <a:effectLst/>
              </a:rPr>
              <a:t> Class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890E-DE6C-022E-20AA-DC3936117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58529"/>
            <a:ext cx="10353762" cy="49898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effectLst/>
              </a:rPr>
              <a:t>CLASS </a:t>
            </a:r>
            <a:r>
              <a:rPr lang="en-IN" sz="1600" dirty="0" err="1">
                <a:effectLst/>
              </a:rPr>
              <a:t>ProductController</a:t>
            </a:r>
            <a:endParaRPr lang="en-IN" sz="1600" dirty="0">
              <a:effectLst/>
            </a:endParaRPr>
          </a:p>
          <a:p>
            <a:pPr marL="0" indent="0">
              <a:buNone/>
            </a:pPr>
            <a:r>
              <a:rPr lang="en-IN" sz="1600" dirty="0">
                <a:effectLst/>
              </a:rPr>
              <a:t>    FUNCTION </a:t>
            </a:r>
            <a:r>
              <a:rPr lang="en-IN" sz="1600" dirty="0" err="1">
                <a:effectLst/>
              </a:rPr>
              <a:t>addProduct</a:t>
            </a:r>
            <a:r>
              <a:rPr lang="en-IN" sz="1600" dirty="0">
                <a:effectLst/>
              </a:rPr>
              <a:t>(</a:t>
            </a:r>
            <a:r>
              <a:rPr lang="en-IN" sz="1600" dirty="0" err="1">
                <a:effectLst/>
              </a:rPr>
              <a:t>productData</a:t>
            </a:r>
            <a:r>
              <a:rPr lang="en-IN" sz="1600" dirty="0">
                <a:effectLst/>
              </a:rPr>
              <a:t>)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    </a:t>
            </a:r>
            <a:r>
              <a:rPr lang="en-IN" sz="1600" dirty="0" err="1">
                <a:effectLst/>
              </a:rPr>
              <a:t>ProductService.addProduct</a:t>
            </a:r>
            <a:r>
              <a:rPr lang="en-IN" sz="1600" dirty="0">
                <a:effectLst/>
              </a:rPr>
              <a:t>(</a:t>
            </a:r>
            <a:r>
              <a:rPr lang="en-IN" sz="1600" dirty="0" err="1">
                <a:effectLst/>
              </a:rPr>
              <a:t>productData</a:t>
            </a:r>
            <a:r>
              <a:rPr lang="en-IN" sz="1600" dirty="0">
                <a:effectLst/>
              </a:rPr>
              <a:t>)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END FUNCTION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FUNCTION </a:t>
            </a:r>
            <a:r>
              <a:rPr lang="en-IN" sz="1600" dirty="0" err="1">
                <a:effectLst/>
              </a:rPr>
              <a:t>stockIn</a:t>
            </a:r>
            <a:r>
              <a:rPr lang="en-IN" sz="1600" dirty="0">
                <a:effectLst/>
              </a:rPr>
              <a:t>(</a:t>
            </a:r>
            <a:r>
              <a:rPr lang="en-IN" sz="1600" dirty="0" err="1">
                <a:effectLst/>
              </a:rPr>
              <a:t>productId</a:t>
            </a:r>
            <a:r>
              <a:rPr lang="en-IN" sz="1600" dirty="0">
                <a:effectLst/>
              </a:rPr>
              <a:t>, quantity)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   </a:t>
            </a:r>
            <a:r>
              <a:rPr lang="en-IN" sz="1600" dirty="0" err="1">
                <a:effectLst/>
              </a:rPr>
              <a:t>ProductService.increaseStock</a:t>
            </a:r>
            <a:r>
              <a:rPr lang="en-IN" sz="1600" dirty="0">
                <a:effectLst/>
              </a:rPr>
              <a:t>(</a:t>
            </a:r>
            <a:r>
              <a:rPr lang="en-IN" sz="1600" dirty="0" err="1">
                <a:effectLst/>
              </a:rPr>
              <a:t>productId</a:t>
            </a:r>
            <a:r>
              <a:rPr lang="en-IN" sz="1600" dirty="0">
                <a:effectLst/>
              </a:rPr>
              <a:t>, quantity)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END FUNCTION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FUNCTION </a:t>
            </a:r>
            <a:r>
              <a:rPr lang="en-IN" sz="1600" dirty="0" err="1">
                <a:effectLst/>
              </a:rPr>
              <a:t>stockOut</a:t>
            </a:r>
            <a:r>
              <a:rPr lang="en-IN" sz="1600" dirty="0">
                <a:effectLst/>
              </a:rPr>
              <a:t>(</a:t>
            </a:r>
            <a:r>
              <a:rPr lang="en-IN" sz="1600" dirty="0" err="1">
                <a:effectLst/>
              </a:rPr>
              <a:t>productId</a:t>
            </a:r>
            <a:r>
              <a:rPr lang="en-IN" sz="1600" dirty="0">
                <a:effectLst/>
              </a:rPr>
              <a:t>, quantity)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   </a:t>
            </a:r>
            <a:r>
              <a:rPr lang="en-IN" sz="1600" dirty="0" err="1">
                <a:effectLst/>
              </a:rPr>
              <a:t>ProductService.decreaseStock</a:t>
            </a:r>
            <a:r>
              <a:rPr lang="en-IN" sz="1600" dirty="0">
                <a:effectLst/>
              </a:rPr>
              <a:t>(</a:t>
            </a:r>
            <a:r>
              <a:rPr lang="en-IN" sz="1600" dirty="0" err="1">
                <a:effectLst/>
              </a:rPr>
              <a:t>productId</a:t>
            </a:r>
            <a:r>
              <a:rPr lang="en-IN" sz="1600" dirty="0">
                <a:effectLst/>
              </a:rPr>
              <a:t>, quantity)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    END FUNCTION</a:t>
            </a:r>
          </a:p>
          <a:p>
            <a:pPr marL="0" indent="0">
              <a:buNone/>
            </a:pPr>
            <a:r>
              <a:rPr lang="en-IN" sz="1600" dirty="0">
                <a:effectLst/>
              </a:rPr>
              <a:t>END CLASS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47348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5ACC-A6CE-5632-59B4-90584E91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52400"/>
            <a:ext cx="10353761" cy="914400"/>
          </a:xfrm>
        </p:spPr>
        <p:txBody>
          <a:bodyPr>
            <a:normAutofit/>
          </a:bodyPr>
          <a:lstStyle/>
          <a:p>
            <a:r>
              <a:rPr lang="en-IN" sz="4000" dirty="0">
                <a:effectLst/>
              </a:rPr>
              <a:t> </a:t>
            </a:r>
            <a:r>
              <a:rPr lang="en-IN" sz="4000" dirty="0" err="1">
                <a:effectLst/>
              </a:rPr>
              <a:t>ProductService</a:t>
            </a:r>
            <a:r>
              <a:rPr lang="en-IN" sz="4000" dirty="0">
                <a:effectLst/>
              </a:rPr>
              <a:t> Class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DFE09-2639-213D-76B4-8869EB01F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8" y="995516"/>
            <a:ext cx="10353762" cy="57100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CLASS </a:t>
            </a:r>
            <a:r>
              <a:rPr lang="en-IN" sz="1400" dirty="0" err="1"/>
              <a:t>ProductService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FUNCTION </a:t>
            </a:r>
            <a:r>
              <a:rPr lang="en-IN" sz="1400" dirty="0" err="1"/>
              <a:t>addProduct</a:t>
            </a:r>
            <a:r>
              <a:rPr lang="en-IN" sz="1400" dirty="0"/>
              <a:t>(data)</a:t>
            </a:r>
          </a:p>
          <a:p>
            <a:pPr marL="0" indent="0">
              <a:buNone/>
            </a:pPr>
            <a:r>
              <a:rPr lang="en-IN" sz="1400" dirty="0"/>
              <a:t>        RETURN "Duplicate" IF SKU exists ELSE save product</a:t>
            </a:r>
          </a:p>
          <a:p>
            <a:pPr marL="0" indent="0">
              <a:buNone/>
            </a:pPr>
            <a:r>
              <a:rPr lang="en-IN" sz="1400" dirty="0"/>
              <a:t>    END FUNCTION</a:t>
            </a:r>
          </a:p>
          <a:p>
            <a:pPr marL="0" indent="0">
              <a:buNone/>
            </a:pPr>
            <a:r>
              <a:rPr lang="en-IN" sz="1400" dirty="0"/>
              <a:t>    FUNCTION </a:t>
            </a:r>
            <a:r>
              <a:rPr lang="en-IN" sz="1400" dirty="0" err="1"/>
              <a:t>increaseStock</a:t>
            </a:r>
            <a:r>
              <a:rPr lang="en-IN" sz="1400" dirty="0"/>
              <a:t>(id, qty)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product.stock</a:t>
            </a:r>
            <a:r>
              <a:rPr lang="en-IN" sz="1400" dirty="0"/>
              <a:t> += qty</a:t>
            </a:r>
          </a:p>
          <a:p>
            <a:pPr marL="0" indent="0">
              <a:buNone/>
            </a:pPr>
            <a:r>
              <a:rPr lang="en-IN" sz="1400" dirty="0"/>
              <a:t>        save product; log "STOCK_IN"; </a:t>
            </a:r>
            <a:r>
              <a:rPr lang="en-IN" sz="1400" dirty="0" err="1"/>
              <a:t>checkLowStock</a:t>
            </a:r>
            <a:r>
              <a:rPr lang="en-IN" sz="1400" dirty="0"/>
              <a:t>(product)</a:t>
            </a:r>
          </a:p>
          <a:p>
            <a:pPr marL="0" indent="0">
              <a:buNone/>
            </a:pPr>
            <a:r>
              <a:rPr lang="en-IN" sz="1400" dirty="0"/>
              <a:t>    END FUNCTION</a:t>
            </a:r>
          </a:p>
          <a:p>
            <a:pPr marL="0" indent="0">
              <a:buNone/>
            </a:pPr>
            <a:r>
              <a:rPr lang="en-IN" sz="1400" dirty="0"/>
              <a:t>    FUNCTION </a:t>
            </a:r>
            <a:r>
              <a:rPr lang="en-IN" sz="1400" dirty="0" err="1"/>
              <a:t>decreaseStock</a:t>
            </a:r>
            <a:r>
              <a:rPr lang="en-IN" sz="1400" dirty="0"/>
              <a:t>(id, qty)</a:t>
            </a:r>
          </a:p>
          <a:p>
            <a:pPr marL="0" indent="0">
              <a:buNone/>
            </a:pPr>
            <a:r>
              <a:rPr lang="en-IN" sz="1400" dirty="0"/>
              <a:t>        IF stock &gt;= qty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product.stock</a:t>
            </a:r>
            <a:r>
              <a:rPr lang="en-IN" sz="1400" dirty="0"/>
              <a:t> -= qty</a:t>
            </a:r>
          </a:p>
          <a:p>
            <a:pPr marL="0" indent="0">
              <a:buNone/>
            </a:pPr>
            <a:r>
              <a:rPr lang="en-IN" sz="1400" dirty="0"/>
              <a:t>            save product; log "STOCK_OUT"; </a:t>
            </a:r>
            <a:r>
              <a:rPr lang="en-IN" sz="1400" dirty="0" err="1"/>
              <a:t>checkLowStock</a:t>
            </a:r>
            <a:r>
              <a:rPr lang="en-IN" sz="1400" dirty="0"/>
              <a:t>(product)</a:t>
            </a:r>
          </a:p>
          <a:p>
            <a:pPr marL="0" indent="0">
              <a:buNone/>
            </a:pPr>
            <a:r>
              <a:rPr lang="en-IN" sz="1400" dirty="0"/>
              <a:t>        ELSE RETURN "Insufficient Stock"</a:t>
            </a:r>
          </a:p>
          <a:p>
            <a:pPr marL="0" indent="0">
              <a:buNone/>
            </a:pPr>
            <a:r>
              <a:rPr lang="en-IN" sz="1400" dirty="0"/>
              <a:t>    END FUNCTION</a:t>
            </a:r>
          </a:p>
          <a:p>
            <a:pPr marL="0" indent="0">
              <a:buNone/>
            </a:pPr>
            <a:r>
              <a:rPr lang="en-IN" sz="1400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2244272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B006-8542-DA50-244B-84E5B59B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403639"/>
            <a:ext cx="10353761" cy="1326321"/>
          </a:xfrm>
        </p:spPr>
        <p:txBody>
          <a:bodyPr>
            <a:normAutofit/>
          </a:bodyPr>
          <a:lstStyle/>
          <a:p>
            <a:r>
              <a:rPr lang="en-IN" sz="4400" dirty="0" err="1">
                <a:effectLst/>
              </a:rPr>
              <a:t>ProductRepository</a:t>
            </a:r>
            <a:r>
              <a:rPr lang="en-IN" sz="4400" dirty="0">
                <a:effectLst/>
              </a:rPr>
              <a:t> Class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07D3F-4808-721A-40CE-028CA46EB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61652"/>
            <a:ext cx="10353762" cy="4129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ProductRepository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FUNCTION </a:t>
            </a:r>
            <a:r>
              <a:rPr lang="en-US" dirty="0" err="1"/>
              <a:t>findById</a:t>
            </a:r>
            <a:r>
              <a:rPr lang="en-US" dirty="0"/>
              <a:t>(</a:t>
            </a:r>
            <a:r>
              <a:rPr lang="en-US" dirty="0" err="1"/>
              <a:t>productId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RETURN product</a:t>
            </a:r>
          </a:p>
          <a:p>
            <a:pPr marL="0" indent="0">
              <a:buNone/>
            </a:pPr>
            <a:r>
              <a:rPr lang="en-US" dirty="0"/>
              <a:t>    END FUNCTION</a:t>
            </a:r>
          </a:p>
          <a:p>
            <a:pPr marL="0" indent="0">
              <a:buNone/>
            </a:pPr>
            <a:r>
              <a:rPr lang="en-US" dirty="0"/>
              <a:t>    FUNCTION save(product)</a:t>
            </a:r>
          </a:p>
          <a:p>
            <a:pPr marL="0" indent="0">
              <a:buNone/>
            </a:pPr>
            <a:r>
              <a:rPr lang="en-US" dirty="0"/>
              <a:t>        store product in database</a:t>
            </a:r>
          </a:p>
          <a:p>
            <a:pPr marL="0" indent="0">
              <a:buNone/>
            </a:pPr>
            <a:r>
              <a:rPr lang="en-US" dirty="0"/>
              <a:t>    END FUNCTION</a:t>
            </a:r>
          </a:p>
          <a:p>
            <a:pPr marL="0" indent="0">
              <a:buNone/>
            </a:pPr>
            <a:r>
              <a:rPr lang="en-US" dirty="0"/>
              <a:t>END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92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0757-075A-58B9-485A-0662600F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118" y="109188"/>
            <a:ext cx="10353761" cy="1060851"/>
          </a:xfrm>
        </p:spPr>
        <p:txBody>
          <a:bodyPr>
            <a:normAutofit/>
          </a:bodyPr>
          <a:lstStyle/>
          <a:p>
            <a:r>
              <a:rPr lang="en-IN" sz="4400" dirty="0">
                <a:effectLst/>
              </a:rPr>
              <a:t>Product Management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7AC3C-44AC-B015-7EA5-C9350BF24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70039"/>
            <a:ext cx="10353762" cy="518159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dirty="0"/>
              <a:t>User / UI</a:t>
            </a:r>
          </a:p>
          <a:p>
            <a:pPr marL="0" indent="0" algn="ctr">
              <a:buNone/>
            </a:pPr>
            <a:r>
              <a:rPr lang="en-IN" dirty="0"/>
              <a:t>  ↓</a:t>
            </a:r>
          </a:p>
          <a:p>
            <a:pPr marL="0" indent="0" algn="ctr">
              <a:buNone/>
            </a:pPr>
            <a:r>
              <a:rPr lang="en-IN" dirty="0" err="1"/>
              <a:t>ProductController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   ↓</a:t>
            </a:r>
          </a:p>
          <a:p>
            <a:pPr marL="0" indent="0" algn="ctr">
              <a:buNone/>
            </a:pPr>
            <a:r>
              <a:rPr lang="en-IN" dirty="0" err="1"/>
              <a:t>ProductService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  ↓</a:t>
            </a:r>
          </a:p>
          <a:p>
            <a:pPr marL="0" indent="0" algn="ctr">
              <a:buNone/>
            </a:pPr>
            <a:r>
              <a:rPr lang="en-IN" dirty="0"/>
              <a:t>   ├─ Add Product → Check SKU → Save / Reject</a:t>
            </a:r>
          </a:p>
          <a:p>
            <a:pPr marL="0" indent="0" algn="ctr">
              <a:buNone/>
            </a:pPr>
            <a:r>
              <a:rPr lang="en-IN" dirty="0"/>
              <a:t>   ├─ Stock In → Update Stock → Log → Check Low Stock</a:t>
            </a:r>
          </a:p>
          <a:p>
            <a:pPr marL="0" indent="0" algn="ctr">
              <a:buNone/>
            </a:pPr>
            <a:r>
              <a:rPr lang="en-IN" dirty="0"/>
              <a:t>   └─ Stock Out → Check Stock → Update / Reject → Log → Check Low Stock</a:t>
            </a:r>
          </a:p>
          <a:p>
            <a:pPr marL="0" indent="0" algn="ctr">
              <a:buNone/>
            </a:pPr>
            <a:r>
              <a:rPr lang="en-IN" dirty="0"/>
              <a:t>    ↓</a:t>
            </a:r>
          </a:p>
          <a:p>
            <a:pPr marL="0" indent="0" algn="ctr">
              <a:buNone/>
            </a:pPr>
            <a:r>
              <a:rPr lang="en-IN" dirty="0" err="1"/>
              <a:t>ProductRepository</a:t>
            </a:r>
            <a:r>
              <a:rPr lang="en-IN" dirty="0"/>
              <a:t> → Database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97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E6184-00EF-A838-0CFC-48CAB830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226142"/>
            <a:ext cx="10353761" cy="6499123"/>
          </a:xfrm>
        </p:spPr>
        <p:txBody>
          <a:bodyPr>
            <a:normAutofit/>
          </a:bodyPr>
          <a:lstStyle/>
          <a:p>
            <a:r>
              <a:rPr lang="en-IN" sz="72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9037992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372</TotalTime>
  <Words>1036</Words>
  <Application>Microsoft Office PowerPoint</Application>
  <PresentationFormat>Widescreen</PresentationFormat>
  <Paragraphs>200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Bell MT</vt:lpstr>
      <vt:lpstr>Bookman Old Style</vt:lpstr>
      <vt:lpstr>Calibri</vt:lpstr>
      <vt:lpstr>Rockwell</vt:lpstr>
      <vt:lpstr>Wingdings</vt:lpstr>
      <vt:lpstr>Damask</vt:lpstr>
      <vt:lpstr>INVENTRA  INTELLIGENT INVENTORY MANAGEMENT SYSTEM</vt:lpstr>
      <vt:lpstr>MODULE 1: AUTHENTICATION MODULE</vt:lpstr>
      <vt:lpstr>System Overview</vt:lpstr>
      <vt:lpstr>Key Classes - Authentication </vt:lpstr>
      <vt:lpstr>AuthController – Signup</vt:lpstr>
      <vt:lpstr>Sign-Up Service Implementation</vt:lpstr>
      <vt:lpstr>AuthController – Signin</vt:lpstr>
      <vt:lpstr>AuthService – Signin Logic</vt:lpstr>
      <vt:lpstr>AuthController – Forgot Password</vt:lpstr>
      <vt:lpstr> AuthService – Forgot Password Logic </vt:lpstr>
      <vt:lpstr>Reset Password Implementation</vt:lpstr>
      <vt:lpstr>Authentication Flow </vt:lpstr>
      <vt:lpstr>Module 2:  Product/Inventory Management</vt:lpstr>
      <vt:lpstr>Key Classes – PRODUCT MANAGEMENT </vt:lpstr>
      <vt:lpstr>Product Class (Entity)</vt:lpstr>
      <vt:lpstr>ProductController Class</vt:lpstr>
      <vt:lpstr> ProductService Class</vt:lpstr>
      <vt:lpstr>ProductRepository Class</vt:lpstr>
      <vt:lpstr>Product Management Flow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Keerthana. Chintala</dc:creator>
  <cp:lastModifiedBy>Keerthana. Chintala</cp:lastModifiedBy>
  <cp:revision>4</cp:revision>
  <dcterms:created xsi:type="dcterms:W3CDTF">2025-12-24T14:03:17Z</dcterms:created>
  <dcterms:modified xsi:type="dcterms:W3CDTF">2026-01-11T18:11:40Z</dcterms:modified>
</cp:coreProperties>
</file>