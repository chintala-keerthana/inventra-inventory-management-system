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54" r:id="rId1"/>
  </p:sldMasterIdLst>
  <p:sldIdLst>
    <p:sldId id="257" r:id="rId2"/>
    <p:sldId id="266" r:id="rId3"/>
    <p:sldId id="259" r:id="rId4"/>
    <p:sldId id="270" r:id="rId5"/>
    <p:sldId id="260" r:id="rId6"/>
    <p:sldId id="271" r:id="rId7"/>
    <p:sldId id="261" r:id="rId8"/>
    <p:sldId id="262" r:id="rId9"/>
    <p:sldId id="265" r:id="rId10"/>
    <p:sldId id="263" r:id="rId11"/>
    <p:sldId id="267" r:id="rId12"/>
    <p:sldId id="269" r:id="rId13"/>
    <p:sldId id="268" r:id="rId14"/>
    <p:sldId id="264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928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187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909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473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96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386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38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65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19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41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045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2169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37958-D385-4D63-2159-D6308AC73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35742"/>
            <a:ext cx="9905998" cy="4227871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 err="1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IN" sz="5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Intelligent </a:t>
            </a:r>
            <a:br>
              <a:rPr lang="en-IN" sz="5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Management</a:t>
            </a:r>
            <a:br>
              <a:rPr lang="en-IN" sz="5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5400" b="1" dirty="0">
                <a:solidFill>
                  <a:schemeClr val="tx1"/>
                </a:solidFill>
                <a:latin typeface="Century Gothic" panose="020B0502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</a:t>
            </a:r>
            <a:endParaRPr lang="en-IN" sz="5400" dirty="0">
              <a:solidFill>
                <a:schemeClr val="tx1"/>
              </a:solidFill>
              <a:latin typeface="Century Gothic" panose="020B0502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4BD95F-D60F-542C-7853-5E18E3CF8336}"/>
              </a:ext>
            </a:extLst>
          </p:cNvPr>
          <p:cNvSpPr/>
          <p:nvPr/>
        </p:nvSpPr>
        <p:spPr>
          <a:xfrm>
            <a:off x="7914968" y="4758813"/>
            <a:ext cx="3175819" cy="1779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5A7C7-7A94-E52D-6ADF-03C5C4B577DD}"/>
              </a:ext>
            </a:extLst>
          </p:cNvPr>
          <p:cNvSpPr/>
          <p:nvPr/>
        </p:nvSpPr>
        <p:spPr>
          <a:xfrm>
            <a:off x="2772696" y="5147187"/>
            <a:ext cx="6862916" cy="1002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Module 1 -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18743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9BEC-5455-5C8B-BF50-A7DA1D8F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87" y="275303"/>
            <a:ext cx="10515600" cy="1347021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Meaning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FEE08-9625-143E-D730-122E0C138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858296"/>
            <a:ext cx="9905999" cy="3932903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a smart inventory management system.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automatically tracks stock, predicts future needs, and manages orders.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helps reduce human errors, maintain proper stock levels, and improve business efficiency.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 smooth inventory and supply chain operations.</a:t>
            </a:r>
          </a:p>
          <a:p>
            <a:r>
              <a:rPr lang="en-US" sz="28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Inventory + Intelligent Automation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108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4BB9D-458A-24EB-5C97-34AEFBA47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-116656"/>
            <a:ext cx="10515600" cy="1738978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F78C-C7E9-1B85-CB2A-D5FEEB93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816867"/>
            <a:ext cx="9905999" cy="354171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companies manage inventory manually, which can cause mistakes, missing items, and stock shortages. These methods do not show real-time stock details and make inventory control difficult. To avoid these problems, an automated and intelligent inventory management system is needed.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93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4E16-54B6-D97C-DB28-9222F30B4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561998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latin typeface="Century Gothic" panose="020B0502020202020204" pitchFamily="34" charset="0"/>
              </a:rPr>
              <a:t>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1CCCB-BEE1-06FE-CED1-DA200F996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addresses these challenges by:-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Automating inventory tracking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Providing real-time stock monitoring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Generating low-stock alerts automatically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Offering detailed reports and analytics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Ensuring secure access using authentication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Reducing human errors and improving efficiency</a:t>
            </a:r>
          </a:p>
          <a:p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332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DBFA-6B60-A936-A2CC-50C8F618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7019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System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269D-80DF-7FF5-6C80-5D3B091CC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503717"/>
            <a:ext cx="9905999" cy="3541714"/>
          </a:xfrm>
        </p:spPr>
        <p:txBody>
          <a:bodyPr>
            <a:normAutofit lnSpcReduction="10000"/>
          </a:bodyPr>
          <a:lstStyle/>
          <a:p>
            <a:pPr>
              <a:buSzPct val="120000"/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Front-End: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HTML, CSS, JavaScript</a:t>
            </a:r>
          </a:p>
          <a:p>
            <a:pPr>
              <a:buSzPct val="120000"/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Back-End: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Java (JDK 8/11)</a:t>
            </a:r>
          </a:p>
          <a:p>
            <a:pPr>
              <a:buSzPct val="120000"/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Frameworks: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Springboot</a:t>
            </a:r>
            <a:endParaRPr lang="en-IN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SzPct val="120000"/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Database: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Postgre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SQL</a:t>
            </a:r>
          </a:p>
          <a:p>
            <a:pPr>
              <a:buSzPct val="120000"/>
              <a:buFont typeface="Wingdings" panose="05000000000000000000" pitchFamily="2" charset="2"/>
              <a:buChar char="Ø"/>
            </a:pPr>
            <a:r>
              <a:rPr lang="en-IN" sz="2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Tools:</a:t>
            </a:r>
            <a:r>
              <a:rPr lang="en-IN" sz="2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VS Code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→ Frontend → Backend → Database → Alerts / Reports</a:t>
            </a:r>
          </a:p>
          <a:p>
            <a:pPr marL="0" indent="0">
              <a:buNone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252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ECAAC-C4C1-84EE-88A4-70D63BC9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Key Classes -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06CE5-0810-D5E4-0587-D9A351698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11029615" cy="3678303"/>
          </a:xfrm>
        </p:spPr>
        <p:txBody>
          <a:bodyPr>
            <a:normAutofit/>
          </a:bodyPr>
          <a:lstStyle/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AuthController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Manages login, signup, and password requests.</a:t>
            </a:r>
          </a:p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AuthService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Handles authentication logic and validation.</a:t>
            </a:r>
          </a:p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– Represents user information in the system.</a:t>
            </a:r>
          </a:p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UserRepository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Performs database operations for users.</a:t>
            </a:r>
          </a:p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JWTUtility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Creates and verifies JWT tokens.</a:t>
            </a:r>
          </a:p>
          <a:p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EmailService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Sends password recovery emails.</a:t>
            </a:r>
          </a:p>
        </p:txBody>
      </p:sp>
    </p:spTree>
    <p:extLst>
      <p:ext uri="{BB962C8B-B14F-4D97-AF65-F5344CB8AC3E}">
        <p14:creationId xmlns:p14="http://schemas.microsoft.com/office/powerpoint/2010/main" val="512495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DFCF-E3FD-690D-6B6B-D7F68504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859472"/>
            <a:ext cx="11029616" cy="101380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Module 1 </a:t>
            </a:r>
            <a:br>
              <a:rPr lang="en-IN" sz="4800" b="1" dirty="0">
                <a:latin typeface="Century Gothic" panose="020B0502020202020204" pitchFamily="34" charset="0"/>
              </a:rPr>
            </a:br>
            <a:r>
              <a:rPr lang="en-IN" sz="4800" b="1" dirty="0">
                <a:latin typeface="Century Gothic" panose="020B0502020202020204" pitchFamily="34" charset="0"/>
              </a:rPr>
              <a:t>Authentication</a:t>
            </a:r>
            <a:endParaRPr lang="en-IN" sz="48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9FEC0-8682-B232-1EFC-AA23036A9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Handles secure user login and logout functionality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Validates user credentials against stored data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 authorized access to the system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Prevents unauthorized users from accessing inventory data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Maintains session control for logged-in users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Uses role-based access (Admin/User)</a:t>
            </a:r>
          </a:p>
        </p:txBody>
      </p:sp>
    </p:spTree>
    <p:extLst>
      <p:ext uri="{BB962C8B-B14F-4D97-AF65-F5344CB8AC3E}">
        <p14:creationId xmlns:p14="http://schemas.microsoft.com/office/powerpoint/2010/main" val="1004582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0525B-933F-9C08-9E34-91FA196C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416005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Module 1 </a:t>
            </a:r>
            <a:br>
              <a:rPr lang="en-IN" sz="4800" b="1" dirty="0">
                <a:latin typeface="Century Gothic" panose="020B0502020202020204" pitchFamily="34" charset="0"/>
              </a:rPr>
            </a:br>
            <a:r>
              <a:rPr lang="en-IN" sz="4800" b="1" dirty="0">
                <a:latin typeface="Century Gothic" panose="020B0502020202020204" pitchFamily="34" charset="0"/>
              </a:rPr>
              <a:t>Authentication</a:t>
            </a:r>
            <a:endParaRPr lang="en-IN" sz="4800" dirty="0">
              <a:latin typeface="Century Gothic" panose="020B0502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21E87-7D65-7C0D-BFF5-5BAED4336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06084"/>
            <a:ext cx="9905999" cy="4724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Input: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Username and password entered by user</a:t>
            </a:r>
          </a:p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Validates credentials against database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Verifies user role (Admin / Staff)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and manages user session</a:t>
            </a:r>
          </a:p>
          <a:p>
            <a:pPr marL="0" indent="0">
              <a:buNone/>
            </a:pPr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Output: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Secure login access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Role-based dashboard displayed</a:t>
            </a:r>
          </a:p>
        </p:txBody>
      </p:sp>
    </p:spTree>
    <p:extLst>
      <p:ext uri="{BB962C8B-B14F-4D97-AF65-F5344CB8AC3E}">
        <p14:creationId xmlns:p14="http://schemas.microsoft.com/office/powerpoint/2010/main" val="356771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8019A-63CF-29DD-E943-5B94F5761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56401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Dataflow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4643B-7448-0F9F-03C9-2D3C4954E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34971"/>
            <a:ext cx="9905999" cy="49947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dirty="0" err="1"/>
              <a:t>AuthController</a:t>
            </a: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 ↓</a:t>
            </a:r>
          </a:p>
          <a:p>
            <a:pPr marL="0" indent="0" algn="ctr">
              <a:buNone/>
            </a:pPr>
            <a:r>
              <a:rPr lang="en-IN" sz="2400" dirty="0" err="1"/>
              <a:t>AuthService</a:t>
            </a: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 ↓</a:t>
            </a:r>
          </a:p>
          <a:p>
            <a:pPr marL="0" indent="0" algn="ctr">
              <a:buNone/>
            </a:pPr>
            <a:r>
              <a:rPr lang="en-IN" sz="2400" dirty="0" err="1"/>
              <a:t>UserRepository</a:t>
            </a:r>
            <a:endParaRPr lang="en-IN" sz="2400" dirty="0"/>
          </a:p>
          <a:p>
            <a:pPr marL="0" indent="0" algn="ctr">
              <a:buNone/>
            </a:pPr>
            <a:r>
              <a:rPr lang="en-IN" sz="2400" dirty="0"/>
              <a:t>  ↓</a:t>
            </a:r>
          </a:p>
          <a:p>
            <a:pPr marL="0" indent="0" algn="ctr">
              <a:buNone/>
            </a:pPr>
            <a:r>
              <a:rPr lang="en-IN" sz="2400" dirty="0"/>
              <a:t>DATABASE</a:t>
            </a:r>
          </a:p>
          <a:p>
            <a:pPr marL="0" indent="0" algn="ctr">
              <a:buNone/>
            </a:pPr>
            <a:r>
              <a:rPr lang="en-IN" sz="2400" dirty="0"/>
              <a:t>  ↓</a:t>
            </a:r>
          </a:p>
          <a:p>
            <a:pPr marL="0" indent="0" algn="ctr">
              <a:buNone/>
            </a:pPr>
            <a:r>
              <a:rPr lang="en-IN" sz="2400" dirty="0"/>
              <a:t>users table</a:t>
            </a:r>
          </a:p>
        </p:txBody>
      </p:sp>
    </p:spTree>
    <p:extLst>
      <p:ext uri="{BB962C8B-B14F-4D97-AF65-F5344CB8AC3E}">
        <p14:creationId xmlns:p14="http://schemas.microsoft.com/office/powerpoint/2010/main" val="150773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E459-986E-6728-1641-26A96F6D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Database Schema</a:t>
            </a:r>
            <a:endParaRPr lang="en-IN" sz="4800" dirty="0">
              <a:latin typeface="Century Gothic" panose="020B0502020202020204" pitchFamily="34" charset="0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AFF97B-F836-CA26-155C-72C0C5534C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562848"/>
              </p:ext>
            </p:extLst>
          </p:nvPr>
        </p:nvGraphicFramePr>
        <p:xfrm>
          <a:off x="581025" y="2181225"/>
          <a:ext cx="11029956" cy="3364732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76652">
                  <a:extLst>
                    <a:ext uri="{9D8B030D-6E8A-4147-A177-3AD203B41FA5}">
                      <a16:colId xmlns:a16="http://schemas.microsoft.com/office/drawing/2014/main" val="1621273033"/>
                    </a:ext>
                  </a:extLst>
                </a:gridCol>
                <a:gridCol w="3676652">
                  <a:extLst>
                    <a:ext uri="{9D8B030D-6E8A-4147-A177-3AD203B41FA5}">
                      <a16:colId xmlns:a16="http://schemas.microsoft.com/office/drawing/2014/main" val="2573095050"/>
                    </a:ext>
                  </a:extLst>
                </a:gridCol>
                <a:gridCol w="3676652">
                  <a:extLst>
                    <a:ext uri="{9D8B030D-6E8A-4147-A177-3AD203B41FA5}">
                      <a16:colId xmlns:a16="http://schemas.microsoft.com/office/drawing/2014/main" val="1136538617"/>
                    </a:ext>
                  </a:extLst>
                </a:gridCol>
              </a:tblGrid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Field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Datatype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Description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2585114927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 err="1"/>
                        <a:t>User_id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Primary Key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Unique User ID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3107250358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Username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Varchar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Unique Username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3839622390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Password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Varchar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User Email Address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2195606040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Email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Varchar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Encrypted Password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1603701186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Role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Varchar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Authorization/Permissions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1703441970"/>
                  </a:ext>
                </a:extLst>
              </a:tr>
              <a:tr h="480676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 err="1"/>
                        <a:t>Created_at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Datetime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Automatically records</a:t>
                      </a:r>
                      <a:endParaRPr lang="en-IN" sz="2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01816" marR="101816"/>
                </a:tc>
                <a:extLst>
                  <a:ext uri="{0D108BD9-81ED-4DB2-BD59-A6C34878D82A}">
                    <a16:rowId xmlns:a16="http://schemas.microsoft.com/office/drawing/2014/main" val="2017038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6532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567539-1AAA-988F-0088-BE0671B1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5" y="951271"/>
            <a:ext cx="4503174" cy="51521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D07A439-0845-1D42-2E08-4E982A2862CC}"/>
              </a:ext>
            </a:extLst>
          </p:cNvPr>
          <p:cNvSpPr/>
          <p:nvPr/>
        </p:nvSpPr>
        <p:spPr>
          <a:xfrm>
            <a:off x="6312311" y="764457"/>
            <a:ext cx="4011561" cy="671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Signup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15054-3920-4E50-0A07-AA619761E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996" y="1651819"/>
            <a:ext cx="6863869" cy="39004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651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6C701E-B592-E145-5D3C-418F84F70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20" y="786580"/>
            <a:ext cx="4865138" cy="57174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AA6A37-05A9-E771-A039-002B8208C84C}"/>
              </a:ext>
            </a:extLst>
          </p:cNvPr>
          <p:cNvSpPr/>
          <p:nvPr/>
        </p:nvSpPr>
        <p:spPr>
          <a:xfrm>
            <a:off x="7049729" y="634785"/>
            <a:ext cx="3224981" cy="7865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 err="1">
                <a:solidFill>
                  <a:schemeClr val="tx1"/>
                </a:solidFill>
                <a:latin typeface="Century Gothic" panose="020B0502020202020204" pitchFamily="34" charset="0"/>
              </a:rPr>
              <a:t>Loginpage</a:t>
            </a:r>
            <a:endParaRPr lang="en-IN" sz="36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E9A2F-A1DE-8A2B-03F9-1885A2236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384" y="1523735"/>
            <a:ext cx="6547669" cy="38105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1085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4AE532-5ADE-D5CE-7CAB-DCF43344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08" y="688257"/>
            <a:ext cx="4404852" cy="602717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F4819D7-C64A-88DD-67D3-96E7742F6B42}"/>
              </a:ext>
            </a:extLst>
          </p:cNvPr>
          <p:cNvSpPr/>
          <p:nvPr/>
        </p:nvSpPr>
        <p:spPr>
          <a:xfrm>
            <a:off x="6371303" y="688257"/>
            <a:ext cx="3942737" cy="6587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800" b="1" dirty="0">
                <a:solidFill>
                  <a:schemeClr val="tx1"/>
                </a:solidFill>
                <a:latin typeface="Century Gothic" panose="020B0502020202020204" pitchFamily="34" charset="0"/>
              </a:rPr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9C4AF-9E3D-CA2C-11DD-E47FCF873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751" y="1612490"/>
            <a:ext cx="7311838" cy="32984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9830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8A65E-0EEE-4445-5AD7-7551097D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473F-5B50-8959-4871-D7E7DC685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07035"/>
            <a:ext cx="9905999" cy="354171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Inventory management is essential for organizations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 inventory systems lead to errors and inefficiency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 automated system is required for better control</a:t>
            </a:r>
          </a:p>
          <a:p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Inventra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provides real-time inventory tracking and alerts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helps reduce errors and improve operational efficiency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315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7D74ED-AC86-A660-9C3E-C38AF95984EE}"/>
              </a:ext>
            </a:extLst>
          </p:cNvPr>
          <p:cNvSpPr/>
          <p:nvPr/>
        </p:nvSpPr>
        <p:spPr>
          <a:xfrm>
            <a:off x="1376516" y="1130710"/>
            <a:ext cx="9556955" cy="440485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5732795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127</TotalTime>
  <Words>433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Century Gothic</vt:lpstr>
      <vt:lpstr>Gill Sans MT</vt:lpstr>
      <vt:lpstr>Wingdings</vt:lpstr>
      <vt:lpstr>Wingdings 2</vt:lpstr>
      <vt:lpstr>Dividend</vt:lpstr>
      <vt:lpstr>Inventra – Intelligent  Inventory Management  System</vt:lpstr>
      <vt:lpstr>Meaning of the Project</vt:lpstr>
      <vt:lpstr>Problem Statement</vt:lpstr>
      <vt:lpstr>Solution Overview</vt:lpstr>
      <vt:lpstr>System CONFIGURATION</vt:lpstr>
      <vt:lpstr>Key Classes - Authentication</vt:lpstr>
      <vt:lpstr>Module 1  Authentication</vt:lpstr>
      <vt:lpstr>Module 1  Authentication</vt:lpstr>
      <vt:lpstr>Dataflow</vt:lpstr>
      <vt:lpstr>Database Schema</vt:lpstr>
      <vt:lpstr>PowerPoint Presentation</vt:lpstr>
      <vt:lpstr>PowerPoint Presentation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Keerthana. Chintala</dc:creator>
  <cp:lastModifiedBy>Keerthana. Chintala</cp:lastModifiedBy>
  <cp:revision>4</cp:revision>
  <dcterms:created xsi:type="dcterms:W3CDTF">2026-02-06T17:38:22Z</dcterms:created>
  <dcterms:modified xsi:type="dcterms:W3CDTF">2026-02-07T08:31:04Z</dcterms:modified>
</cp:coreProperties>
</file>